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Teachers, introduce the word 'sunny'. Ask children to describe what a sunny day feels like and what they like to do. Encourage them to use descriptive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'beach'. Ask children if they've ever been to a beach and what they did there. Discuss the different things you can see and do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'swim'. Talk about safety rules when swimming and the different places people can swim. Mimic swimming motions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'picnic'. Ask children what foods they would bring to a picnic and where they would like to have one. Discuss the joy of eating outdoors.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'ice cream'. Ask about favorite ice cream flavors. Discuss how ice cream feels and tastes. This is a great sensory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'vacation'. Ask children where they might like to go on vacation or what they like to do when they have time off. Emphasize relaxation and fun.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'playground'. Discuss favorite playground activities and the importance of playing safely. Encourage children to describe their ideal playground.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does it mean when the weather is 'sunny'?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It is raining outside.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It is cold and cloudy.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The sun is shining brightly!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It is very windy.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C — When it's sunny, the sun is out and bright, making it a perfect day for outdoor play!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Where do many people go to swim and build sandcastles in the summer?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A tall mountain.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The sandy beach!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A dark forest.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A busy city street.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B — The beach is a wonderful place with sand and water, great for swimming and building sandcastles!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activity involves playing and moving in water?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Running fast.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Jumping high.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Swimming in the water!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Reading a book.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C — Swimming is a fun way to play and cool off in a pool, lake, or ocean during summer!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is it called when you eat a meal outdoors, often on a blanket?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Having dinner at home.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Going on a picnic!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Eating breakfast in bed.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Having a quick snack.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B — A picnic is a special meal eaten outside, often in a park or backyard, on a nice sunny day!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cold, sweet treat do many people enjoy on a hot summer day?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A bowl of hot soup.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A cup of hot chocolate.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A scoop of ice cream!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A slice of pizza.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C — Ice cream is a delicious frozen dessert that helps us cool down when it's warm!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is a special time when families travel or relax away from school or work?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Doing homework every day.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Attending class at school.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Going on a vacation!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Doing chores around the house.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C — A vacation is a fun break where families can visit new places or relax together!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Where can children go to swing, slide, and climb outside?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32688"/>
            <a:ext cx="4160520" cy="358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872" y="932688"/>
            <a:ext cx="4087368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A) The quiet library.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B) The busy kitchen.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C) The fun playground!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D) Their cozy bedroom.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</a:rPr>
              <a:t>✅ Answer: C — A playground is an outdoor area designed for children to play on swings, slides, and other equipment!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17920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AAAAA"/>
                </a:solidFill>
              </a:rPr>
              <a:t>brightboardapp.com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Fun Vocabulary Quiz!</dc:title>
  <dc:subject>PptxGenJS Presentation</dc:subject>
  <dc:creator>BrightBoard</dc:creator>
  <cp:lastModifiedBy>BrightBoard</cp:lastModifiedBy>
  <cp:revision>1</cp:revision>
  <dcterms:created xsi:type="dcterms:W3CDTF">2026-05-31T13:03:10Z</dcterms:created>
  <dcterms:modified xsi:type="dcterms:W3CDTF">2026-05-31T13:03:10Z</dcterms:modified>
</cp:coreProperties>
</file>