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5" r:id="rId3"/>
    <p:sldId id="273" r:id="rId4"/>
  </p:sldIdLst>
  <p:sldSz cx="7556500" cy="10699750"/>
  <p:notesSz cx="7556500" cy="1069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43" d="100"/>
          <a:sy n="43" d="100"/>
        </p:scale>
        <p:origin x="2196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5991" cy="338206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25" y="0"/>
            <a:ext cx="1398999" cy="3806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42074" y="5800419"/>
            <a:ext cx="6670040" cy="942340"/>
          </a:xfrm>
          <a:custGeom>
            <a:avLst/>
            <a:gdLst/>
            <a:ahLst/>
            <a:cxnLst/>
            <a:rect l="l" t="t" r="r" b="b"/>
            <a:pathLst>
              <a:path w="6670040" h="942340">
                <a:moveTo>
                  <a:pt x="6669494" y="472833"/>
                </a:moveTo>
                <a:lnTo>
                  <a:pt x="6667068" y="424954"/>
                </a:lnTo>
                <a:lnTo>
                  <a:pt x="6659969" y="378447"/>
                </a:lnTo>
                <a:lnTo>
                  <a:pt x="6648437" y="333552"/>
                </a:lnTo>
                <a:lnTo>
                  <a:pt x="6632676" y="290525"/>
                </a:lnTo>
                <a:lnTo>
                  <a:pt x="6612953" y="249580"/>
                </a:lnTo>
                <a:lnTo>
                  <a:pt x="6589496" y="210959"/>
                </a:lnTo>
                <a:lnTo>
                  <a:pt x="6562534" y="174904"/>
                </a:lnTo>
                <a:lnTo>
                  <a:pt x="6532308" y="141643"/>
                </a:lnTo>
                <a:lnTo>
                  <a:pt x="6499047" y="111417"/>
                </a:lnTo>
                <a:lnTo>
                  <a:pt x="6462992" y="84455"/>
                </a:lnTo>
                <a:lnTo>
                  <a:pt x="6424371" y="60998"/>
                </a:lnTo>
                <a:lnTo>
                  <a:pt x="6383426" y="41275"/>
                </a:lnTo>
                <a:lnTo>
                  <a:pt x="6340399" y="25514"/>
                </a:lnTo>
                <a:lnTo>
                  <a:pt x="6295504" y="13982"/>
                </a:lnTo>
                <a:lnTo>
                  <a:pt x="6248997" y="6883"/>
                </a:lnTo>
                <a:lnTo>
                  <a:pt x="6201118" y="4457"/>
                </a:lnTo>
                <a:lnTo>
                  <a:pt x="6194818" y="4787"/>
                </a:lnTo>
                <a:lnTo>
                  <a:pt x="6194818" y="4457"/>
                </a:lnTo>
                <a:lnTo>
                  <a:pt x="529653" y="4457"/>
                </a:lnTo>
                <a:lnTo>
                  <a:pt x="516267" y="2413"/>
                </a:lnTo>
                <a:lnTo>
                  <a:pt x="468376" y="0"/>
                </a:lnTo>
                <a:lnTo>
                  <a:pt x="420484" y="2413"/>
                </a:lnTo>
                <a:lnTo>
                  <a:pt x="373976" y="9512"/>
                </a:lnTo>
                <a:lnTo>
                  <a:pt x="329095" y="21056"/>
                </a:lnTo>
                <a:lnTo>
                  <a:pt x="286067" y="36804"/>
                </a:lnTo>
                <a:lnTo>
                  <a:pt x="245122" y="56527"/>
                </a:lnTo>
                <a:lnTo>
                  <a:pt x="206502" y="79984"/>
                </a:lnTo>
                <a:lnTo>
                  <a:pt x="170446" y="106959"/>
                </a:lnTo>
                <a:lnTo>
                  <a:pt x="137185" y="137185"/>
                </a:lnTo>
                <a:lnTo>
                  <a:pt x="106959" y="170446"/>
                </a:lnTo>
                <a:lnTo>
                  <a:pt x="79997" y="206502"/>
                </a:lnTo>
                <a:lnTo>
                  <a:pt x="56527" y="245122"/>
                </a:lnTo>
                <a:lnTo>
                  <a:pt x="36804" y="286067"/>
                </a:lnTo>
                <a:lnTo>
                  <a:pt x="21056" y="329095"/>
                </a:lnTo>
                <a:lnTo>
                  <a:pt x="9512" y="373976"/>
                </a:lnTo>
                <a:lnTo>
                  <a:pt x="2425" y="420484"/>
                </a:lnTo>
                <a:lnTo>
                  <a:pt x="0" y="468376"/>
                </a:lnTo>
                <a:lnTo>
                  <a:pt x="2425" y="516267"/>
                </a:lnTo>
                <a:lnTo>
                  <a:pt x="9512" y="562762"/>
                </a:lnTo>
                <a:lnTo>
                  <a:pt x="21056" y="607656"/>
                </a:lnTo>
                <a:lnTo>
                  <a:pt x="36804" y="650684"/>
                </a:lnTo>
                <a:lnTo>
                  <a:pt x="56527" y="691629"/>
                </a:lnTo>
                <a:lnTo>
                  <a:pt x="79997" y="730250"/>
                </a:lnTo>
                <a:lnTo>
                  <a:pt x="106959" y="766305"/>
                </a:lnTo>
                <a:lnTo>
                  <a:pt x="137185" y="799566"/>
                </a:lnTo>
                <a:lnTo>
                  <a:pt x="170446" y="829792"/>
                </a:lnTo>
                <a:lnTo>
                  <a:pt x="206502" y="856754"/>
                </a:lnTo>
                <a:lnTo>
                  <a:pt x="245122" y="880224"/>
                </a:lnTo>
                <a:lnTo>
                  <a:pt x="286067" y="899947"/>
                </a:lnTo>
                <a:lnTo>
                  <a:pt x="329095" y="915695"/>
                </a:lnTo>
                <a:lnTo>
                  <a:pt x="373976" y="927227"/>
                </a:lnTo>
                <a:lnTo>
                  <a:pt x="420484" y="934326"/>
                </a:lnTo>
                <a:lnTo>
                  <a:pt x="468376" y="936752"/>
                </a:lnTo>
                <a:lnTo>
                  <a:pt x="468376" y="941781"/>
                </a:lnTo>
                <a:lnTo>
                  <a:pt x="6194818" y="941781"/>
                </a:lnTo>
                <a:lnTo>
                  <a:pt x="6194818" y="940904"/>
                </a:lnTo>
                <a:lnTo>
                  <a:pt x="6201118" y="941209"/>
                </a:lnTo>
                <a:lnTo>
                  <a:pt x="6248997" y="938796"/>
                </a:lnTo>
                <a:lnTo>
                  <a:pt x="6295504" y="931697"/>
                </a:lnTo>
                <a:lnTo>
                  <a:pt x="6340399" y="920153"/>
                </a:lnTo>
                <a:lnTo>
                  <a:pt x="6383426" y="904405"/>
                </a:lnTo>
                <a:lnTo>
                  <a:pt x="6424371" y="884682"/>
                </a:lnTo>
                <a:lnTo>
                  <a:pt x="6462992" y="861225"/>
                </a:lnTo>
                <a:lnTo>
                  <a:pt x="6499047" y="834263"/>
                </a:lnTo>
                <a:lnTo>
                  <a:pt x="6532308" y="804024"/>
                </a:lnTo>
                <a:lnTo>
                  <a:pt x="6562534" y="770763"/>
                </a:lnTo>
                <a:lnTo>
                  <a:pt x="6589496" y="734707"/>
                </a:lnTo>
                <a:lnTo>
                  <a:pt x="6612953" y="696099"/>
                </a:lnTo>
                <a:lnTo>
                  <a:pt x="6632676" y="655154"/>
                </a:lnTo>
                <a:lnTo>
                  <a:pt x="6648437" y="612114"/>
                </a:lnTo>
                <a:lnTo>
                  <a:pt x="6659969" y="567232"/>
                </a:lnTo>
                <a:lnTo>
                  <a:pt x="6667068" y="520725"/>
                </a:lnTo>
                <a:lnTo>
                  <a:pt x="6669494" y="472833"/>
                </a:lnTo>
                <a:close/>
              </a:path>
            </a:pathLst>
          </a:custGeom>
          <a:solidFill>
            <a:srgbClr val="BAB9B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2522705" y="7583306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1283024" y="2560073"/>
                </a:moveTo>
                <a:lnTo>
                  <a:pt x="1277048" y="2560073"/>
                </a:lnTo>
                <a:lnTo>
                  <a:pt x="1232046" y="2559245"/>
                </a:lnTo>
                <a:lnTo>
                  <a:pt x="1184502" y="2556617"/>
                </a:lnTo>
                <a:lnTo>
                  <a:pt x="1137434" y="2552274"/>
                </a:lnTo>
                <a:lnTo>
                  <a:pt x="1090874" y="2546248"/>
                </a:lnTo>
                <a:lnTo>
                  <a:pt x="1044853" y="2538570"/>
                </a:lnTo>
                <a:lnTo>
                  <a:pt x="999401" y="2529270"/>
                </a:lnTo>
                <a:lnTo>
                  <a:pt x="954550" y="2518380"/>
                </a:lnTo>
                <a:lnTo>
                  <a:pt x="910330" y="2505930"/>
                </a:lnTo>
                <a:lnTo>
                  <a:pt x="866772" y="2491951"/>
                </a:lnTo>
                <a:lnTo>
                  <a:pt x="823908" y="2476475"/>
                </a:lnTo>
                <a:lnTo>
                  <a:pt x="781768" y="2459532"/>
                </a:lnTo>
                <a:lnTo>
                  <a:pt x="740383" y="2441153"/>
                </a:lnTo>
                <a:lnTo>
                  <a:pt x="699784" y="2421369"/>
                </a:lnTo>
                <a:lnTo>
                  <a:pt x="660002" y="2400211"/>
                </a:lnTo>
                <a:lnTo>
                  <a:pt x="621069" y="2377710"/>
                </a:lnTo>
                <a:lnTo>
                  <a:pt x="583014" y="2353896"/>
                </a:lnTo>
                <a:lnTo>
                  <a:pt x="545869" y="2328802"/>
                </a:lnTo>
                <a:lnTo>
                  <a:pt x="509665" y="2302458"/>
                </a:lnTo>
                <a:lnTo>
                  <a:pt x="474433" y="2274894"/>
                </a:lnTo>
                <a:lnTo>
                  <a:pt x="440203" y="2246142"/>
                </a:lnTo>
                <a:lnTo>
                  <a:pt x="407007" y="2216232"/>
                </a:lnTo>
                <a:lnTo>
                  <a:pt x="374876" y="2185197"/>
                </a:lnTo>
                <a:lnTo>
                  <a:pt x="343840" y="2153065"/>
                </a:lnTo>
                <a:lnTo>
                  <a:pt x="313930" y="2119869"/>
                </a:lnTo>
                <a:lnTo>
                  <a:pt x="285178" y="2085639"/>
                </a:lnTo>
                <a:lnTo>
                  <a:pt x="257614" y="2050407"/>
                </a:lnTo>
                <a:lnTo>
                  <a:pt x="231270" y="2014203"/>
                </a:lnTo>
                <a:lnTo>
                  <a:pt x="206176" y="1977058"/>
                </a:lnTo>
                <a:lnTo>
                  <a:pt x="182363" y="1939003"/>
                </a:lnTo>
                <a:lnTo>
                  <a:pt x="159862" y="1900070"/>
                </a:lnTo>
                <a:lnTo>
                  <a:pt x="138704" y="1860288"/>
                </a:lnTo>
                <a:lnTo>
                  <a:pt x="118920" y="1819689"/>
                </a:lnTo>
                <a:lnTo>
                  <a:pt x="100540" y="1778304"/>
                </a:lnTo>
                <a:lnTo>
                  <a:pt x="83597" y="1736164"/>
                </a:lnTo>
                <a:lnTo>
                  <a:pt x="68121" y="1693300"/>
                </a:lnTo>
                <a:lnTo>
                  <a:pt x="54142" y="1649742"/>
                </a:lnTo>
                <a:lnTo>
                  <a:pt x="41692" y="1605522"/>
                </a:lnTo>
                <a:lnTo>
                  <a:pt x="30802" y="1560671"/>
                </a:lnTo>
                <a:lnTo>
                  <a:pt x="21502" y="1515219"/>
                </a:lnTo>
                <a:lnTo>
                  <a:pt x="13824" y="1469198"/>
                </a:lnTo>
                <a:lnTo>
                  <a:pt x="7798" y="1422638"/>
                </a:lnTo>
                <a:lnTo>
                  <a:pt x="3455" y="1375570"/>
                </a:lnTo>
                <a:lnTo>
                  <a:pt x="827" y="1328026"/>
                </a:lnTo>
                <a:lnTo>
                  <a:pt x="0" y="1283049"/>
                </a:lnTo>
                <a:lnTo>
                  <a:pt x="0" y="1277023"/>
                </a:lnTo>
                <a:lnTo>
                  <a:pt x="827" y="1232046"/>
                </a:lnTo>
                <a:lnTo>
                  <a:pt x="3455" y="1184502"/>
                </a:lnTo>
                <a:lnTo>
                  <a:pt x="7798" y="1137434"/>
                </a:lnTo>
                <a:lnTo>
                  <a:pt x="13824" y="1090874"/>
                </a:lnTo>
                <a:lnTo>
                  <a:pt x="21502" y="1044853"/>
                </a:lnTo>
                <a:lnTo>
                  <a:pt x="30802" y="999401"/>
                </a:lnTo>
                <a:lnTo>
                  <a:pt x="41692" y="954550"/>
                </a:lnTo>
                <a:lnTo>
                  <a:pt x="54142" y="910330"/>
                </a:lnTo>
                <a:lnTo>
                  <a:pt x="68121" y="866772"/>
                </a:lnTo>
                <a:lnTo>
                  <a:pt x="83597" y="823908"/>
                </a:lnTo>
                <a:lnTo>
                  <a:pt x="100541" y="781768"/>
                </a:lnTo>
                <a:lnTo>
                  <a:pt x="118920" y="740383"/>
                </a:lnTo>
                <a:lnTo>
                  <a:pt x="138704" y="699784"/>
                </a:lnTo>
                <a:lnTo>
                  <a:pt x="159862" y="660003"/>
                </a:lnTo>
                <a:lnTo>
                  <a:pt x="182363" y="621069"/>
                </a:lnTo>
                <a:lnTo>
                  <a:pt x="206176" y="583014"/>
                </a:lnTo>
                <a:lnTo>
                  <a:pt x="231270" y="545870"/>
                </a:lnTo>
                <a:lnTo>
                  <a:pt x="257614" y="509665"/>
                </a:lnTo>
                <a:lnTo>
                  <a:pt x="285178" y="474433"/>
                </a:lnTo>
                <a:lnTo>
                  <a:pt x="313930" y="440203"/>
                </a:lnTo>
                <a:lnTo>
                  <a:pt x="343840" y="407007"/>
                </a:lnTo>
                <a:lnTo>
                  <a:pt x="374876" y="374876"/>
                </a:lnTo>
                <a:lnTo>
                  <a:pt x="407007" y="343840"/>
                </a:lnTo>
                <a:lnTo>
                  <a:pt x="440203" y="313931"/>
                </a:lnTo>
                <a:lnTo>
                  <a:pt x="474433" y="285179"/>
                </a:lnTo>
                <a:lnTo>
                  <a:pt x="509665" y="257615"/>
                </a:lnTo>
                <a:lnTo>
                  <a:pt x="545869" y="231270"/>
                </a:lnTo>
                <a:lnTo>
                  <a:pt x="583014" y="206176"/>
                </a:lnTo>
                <a:lnTo>
                  <a:pt x="621069" y="182363"/>
                </a:lnTo>
                <a:lnTo>
                  <a:pt x="660003" y="159862"/>
                </a:lnTo>
                <a:lnTo>
                  <a:pt x="699784" y="138704"/>
                </a:lnTo>
                <a:lnTo>
                  <a:pt x="740383" y="118920"/>
                </a:lnTo>
                <a:lnTo>
                  <a:pt x="781768" y="100541"/>
                </a:lnTo>
                <a:lnTo>
                  <a:pt x="823908" y="83598"/>
                </a:lnTo>
                <a:lnTo>
                  <a:pt x="866772" y="68121"/>
                </a:lnTo>
                <a:lnTo>
                  <a:pt x="910330" y="54143"/>
                </a:lnTo>
                <a:lnTo>
                  <a:pt x="954550" y="41693"/>
                </a:lnTo>
                <a:lnTo>
                  <a:pt x="999401" y="30802"/>
                </a:lnTo>
                <a:lnTo>
                  <a:pt x="1044853" y="21503"/>
                </a:lnTo>
                <a:lnTo>
                  <a:pt x="1090874" y="13824"/>
                </a:lnTo>
                <a:lnTo>
                  <a:pt x="1137434" y="7798"/>
                </a:lnTo>
                <a:lnTo>
                  <a:pt x="1184502" y="3456"/>
                </a:lnTo>
                <a:lnTo>
                  <a:pt x="1232046" y="828"/>
                </a:lnTo>
                <a:lnTo>
                  <a:pt x="1277054" y="0"/>
                </a:lnTo>
                <a:lnTo>
                  <a:pt x="1283018" y="0"/>
                </a:lnTo>
                <a:lnTo>
                  <a:pt x="1328026" y="828"/>
                </a:lnTo>
                <a:lnTo>
                  <a:pt x="1375570" y="3456"/>
                </a:lnTo>
                <a:lnTo>
                  <a:pt x="1422638" y="7798"/>
                </a:lnTo>
                <a:lnTo>
                  <a:pt x="1469198" y="13824"/>
                </a:lnTo>
                <a:lnTo>
                  <a:pt x="1515219" y="21503"/>
                </a:lnTo>
                <a:lnTo>
                  <a:pt x="1560671" y="30802"/>
                </a:lnTo>
                <a:lnTo>
                  <a:pt x="1605523" y="41693"/>
                </a:lnTo>
                <a:lnTo>
                  <a:pt x="1649742" y="54143"/>
                </a:lnTo>
                <a:lnTo>
                  <a:pt x="1693300" y="68121"/>
                </a:lnTo>
                <a:lnTo>
                  <a:pt x="1736164" y="83598"/>
                </a:lnTo>
                <a:lnTo>
                  <a:pt x="1778304" y="100541"/>
                </a:lnTo>
                <a:lnTo>
                  <a:pt x="1819689" y="118920"/>
                </a:lnTo>
                <a:lnTo>
                  <a:pt x="1860288" y="138704"/>
                </a:lnTo>
                <a:lnTo>
                  <a:pt x="1900070" y="159862"/>
                </a:lnTo>
                <a:lnTo>
                  <a:pt x="1939004" y="182363"/>
                </a:lnTo>
                <a:lnTo>
                  <a:pt x="1977058" y="206176"/>
                </a:lnTo>
                <a:lnTo>
                  <a:pt x="2014203" y="231270"/>
                </a:lnTo>
                <a:lnTo>
                  <a:pt x="2050407" y="257615"/>
                </a:lnTo>
                <a:lnTo>
                  <a:pt x="2085640" y="285179"/>
                </a:lnTo>
                <a:lnTo>
                  <a:pt x="2119869" y="313931"/>
                </a:lnTo>
                <a:lnTo>
                  <a:pt x="2153065" y="343840"/>
                </a:lnTo>
                <a:lnTo>
                  <a:pt x="2185197" y="374876"/>
                </a:lnTo>
                <a:lnTo>
                  <a:pt x="2216233" y="407007"/>
                </a:lnTo>
                <a:lnTo>
                  <a:pt x="2246142" y="440203"/>
                </a:lnTo>
                <a:lnTo>
                  <a:pt x="2274894" y="474433"/>
                </a:lnTo>
                <a:lnTo>
                  <a:pt x="2302458" y="509665"/>
                </a:lnTo>
                <a:lnTo>
                  <a:pt x="2328802" y="545870"/>
                </a:lnTo>
                <a:lnTo>
                  <a:pt x="2353897" y="583014"/>
                </a:lnTo>
                <a:lnTo>
                  <a:pt x="2377710" y="621069"/>
                </a:lnTo>
                <a:lnTo>
                  <a:pt x="2400211" y="660003"/>
                </a:lnTo>
                <a:lnTo>
                  <a:pt x="2421369" y="699785"/>
                </a:lnTo>
                <a:lnTo>
                  <a:pt x="2441153" y="740383"/>
                </a:lnTo>
                <a:lnTo>
                  <a:pt x="2459532" y="781768"/>
                </a:lnTo>
                <a:lnTo>
                  <a:pt x="2476475" y="823908"/>
                </a:lnTo>
                <a:lnTo>
                  <a:pt x="2491951" y="866772"/>
                </a:lnTo>
                <a:lnTo>
                  <a:pt x="2505930" y="910330"/>
                </a:lnTo>
                <a:lnTo>
                  <a:pt x="2518380" y="954550"/>
                </a:lnTo>
                <a:lnTo>
                  <a:pt x="2529270" y="999401"/>
                </a:lnTo>
                <a:lnTo>
                  <a:pt x="2538570" y="1044853"/>
                </a:lnTo>
                <a:lnTo>
                  <a:pt x="2546249" y="1090874"/>
                </a:lnTo>
                <a:lnTo>
                  <a:pt x="2552274" y="1137434"/>
                </a:lnTo>
                <a:lnTo>
                  <a:pt x="2556617" y="1184502"/>
                </a:lnTo>
                <a:lnTo>
                  <a:pt x="2559245" y="1232046"/>
                </a:lnTo>
                <a:lnTo>
                  <a:pt x="2560073" y="1277023"/>
                </a:lnTo>
                <a:lnTo>
                  <a:pt x="2560073" y="1283049"/>
                </a:lnTo>
                <a:lnTo>
                  <a:pt x="2559245" y="1328026"/>
                </a:lnTo>
                <a:lnTo>
                  <a:pt x="2556617" y="1375570"/>
                </a:lnTo>
                <a:lnTo>
                  <a:pt x="2552274" y="1422638"/>
                </a:lnTo>
                <a:lnTo>
                  <a:pt x="2546249" y="1469198"/>
                </a:lnTo>
                <a:lnTo>
                  <a:pt x="2538570" y="1515219"/>
                </a:lnTo>
                <a:lnTo>
                  <a:pt x="2529270" y="1560671"/>
                </a:lnTo>
                <a:lnTo>
                  <a:pt x="2518380" y="1605522"/>
                </a:lnTo>
                <a:lnTo>
                  <a:pt x="2505930" y="1649742"/>
                </a:lnTo>
                <a:lnTo>
                  <a:pt x="2491951" y="1693300"/>
                </a:lnTo>
                <a:lnTo>
                  <a:pt x="2476475" y="1736164"/>
                </a:lnTo>
                <a:lnTo>
                  <a:pt x="2459532" y="1778304"/>
                </a:lnTo>
                <a:lnTo>
                  <a:pt x="2441153" y="1819689"/>
                </a:lnTo>
                <a:lnTo>
                  <a:pt x="2421369" y="1860288"/>
                </a:lnTo>
                <a:lnTo>
                  <a:pt x="2400211" y="1900070"/>
                </a:lnTo>
                <a:lnTo>
                  <a:pt x="2377710" y="1939003"/>
                </a:lnTo>
                <a:lnTo>
                  <a:pt x="2353897" y="1977058"/>
                </a:lnTo>
                <a:lnTo>
                  <a:pt x="2328802" y="2014203"/>
                </a:lnTo>
                <a:lnTo>
                  <a:pt x="2302458" y="2050407"/>
                </a:lnTo>
                <a:lnTo>
                  <a:pt x="2274894" y="2085639"/>
                </a:lnTo>
                <a:lnTo>
                  <a:pt x="2246142" y="2119869"/>
                </a:lnTo>
                <a:lnTo>
                  <a:pt x="2216233" y="2153065"/>
                </a:lnTo>
                <a:lnTo>
                  <a:pt x="2185197" y="2185197"/>
                </a:lnTo>
                <a:lnTo>
                  <a:pt x="2153065" y="2216232"/>
                </a:lnTo>
                <a:lnTo>
                  <a:pt x="2119869" y="2246142"/>
                </a:lnTo>
                <a:lnTo>
                  <a:pt x="2085639" y="2274894"/>
                </a:lnTo>
                <a:lnTo>
                  <a:pt x="2050407" y="2302458"/>
                </a:lnTo>
                <a:lnTo>
                  <a:pt x="2014203" y="2328802"/>
                </a:lnTo>
                <a:lnTo>
                  <a:pt x="1977058" y="2353896"/>
                </a:lnTo>
                <a:lnTo>
                  <a:pt x="1939003" y="2377710"/>
                </a:lnTo>
                <a:lnTo>
                  <a:pt x="1900070" y="2400211"/>
                </a:lnTo>
                <a:lnTo>
                  <a:pt x="1860288" y="2421369"/>
                </a:lnTo>
                <a:lnTo>
                  <a:pt x="1819689" y="2441153"/>
                </a:lnTo>
                <a:lnTo>
                  <a:pt x="1778304" y="2459532"/>
                </a:lnTo>
                <a:lnTo>
                  <a:pt x="1736164" y="2476475"/>
                </a:lnTo>
                <a:lnTo>
                  <a:pt x="1693300" y="2491951"/>
                </a:lnTo>
                <a:lnTo>
                  <a:pt x="1649742" y="2505930"/>
                </a:lnTo>
                <a:lnTo>
                  <a:pt x="1605522" y="2518380"/>
                </a:lnTo>
                <a:lnTo>
                  <a:pt x="1560671" y="2529270"/>
                </a:lnTo>
                <a:lnTo>
                  <a:pt x="1515219" y="2538570"/>
                </a:lnTo>
                <a:lnTo>
                  <a:pt x="1469198" y="2546248"/>
                </a:lnTo>
                <a:lnTo>
                  <a:pt x="1422638" y="2552274"/>
                </a:lnTo>
                <a:lnTo>
                  <a:pt x="1375570" y="2556617"/>
                </a:lnTo>
                <a:lnTo>
                  <a:pt x="1328026" y="2559245"/>
                </a:lnTo>
                <a:lnTo>
                  <a:pt x="1283024" y="2560073"/>
                </a:lnTo>
                <a:close/>
              </a:path>
            </a:pathLst>
          </a:custGeom>
          <a:solidFill>
            <a:srgbClr val="D9D3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8437" y="7732241"/>
            <a:ext cx="215383" cy="12964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872879" y="8199847"/>
            <a:ext cx="301625" cy="88900"/>
          </a:xfrm>
          <a:custGeom>
            <a:avLst/>
            <a:gdLst/>
            <a:ahLst/>
            <a:cxnLst/>
            <a:rect l="l" t="t" r="r" b="b"/>
            <a:pathLst>
              <a:path w="301625" h="88900">
                <a:moveTo>
                  <a:pt x="301438" y="88646"/>
                </a:moveTo>
                <a:lnTo>
                  <a:pt x="149" y="88646"/>
                </a:lnTo>
                <a:lnTo>
                  <a:pt x="0" y="86905"/>
                </a:lnTo>
                <a:lnTo>
                  <a:pt x="0" y="86006"/>
                </a:lnTo>
                <a:lnTo>
                  <a:pt x="15232" y="56720"/>
                </a:lnTo>
                <a:lnTo>
                  <a:pt x="54855" y="34898"/>
                </a:lnTo>
                <a:lnTo>
                  <a:pt x="109758" y="19460"/>
                </a:lnTo>
                <a:lnTo>
                  <a:pt x="170829" y="9329"/>
                </a:lnTo>
                <a:lnTo>
                  <a:pt x="228959" y="3427"/>
                </a:lnTo>
                <a:lnTo>
                  <a:pt x="275037" y="677"/>
                </a:lnTo>
                <a:lnTo>
                  <a:pt x="299950" y="0"/>
                </a:lnTo>
                <a:lnTo>
                  <a:pt x="301438" y="57"/>
                </a:lnTo>
                <a:lnTo>
                  <a:pt x="301438" y="88646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2873029" y="8288494"/>
            <a:ext cx="301625" cy="83820"/>
          </a:xfrm>
          <a:custGeom>
            <a:avLst/>
            <a:gdLst/>
            <a:ahLst/>
            <a:cxnLst/>
            <a:rect l="l" t="t" r="r" b="b"/>
            <a:pathLst>
              <a:path w="301625" h="83820">
                <a:moveTo>
                  <a:pt x="300296" y="83377"/>
                </a:moveTo>
                <a:lnTo>
                  <a:pt x="230043" y="80039"/>
                </a:lnTo>
                <a:lnTo>
                  <a:pt x="172796" y="74306"/>
                </a:lnTo>
                <a:lnTo>
                  <a:pt x="112368" y="64476"/>
                </a:lnTo>
                <a:lnTo>
                  <a:pt x="57560" y="49508"/>
                </a:lnTo>
                <a:lnTo>
                  <a:pt x="17170" y="28363"/>
                </a:lnTo>
                <a:lnTo>
                  <a:pt x="0" y="0"/>
                </a:lnTo>
                <a:lnTo>
                  <a:pt x="301288" y="0"/>
                </a:lnTo>
                <a:lnTo>
                  <a:pt x="301288" y="83297"/>
                </a:lnTo>
                <a:lnTo>
                  <a:pt x="300296" y="83377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3346" y="7754318"/>
            <a:ext cx="249683" cy="115538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878116" y="7917708"/>
            <a:ext cx="130175" cy="67945"/>
          </a:xfrm>
          <a:custGeom>
            <a:avLst/>
            <a:gdLst/>
            <a:ahLst/>
            <a:cxnLst/>
            <a:rect l="l" t="t" r="r" b="b"/>
            <a:pathLst>
              <a:path w="130175" h="67945">
                <a:moveTo>
                  <a:pt x="129664" y="67595"/>
                </a:moveTo>
                <a:lnTo>
                  <a:pt x="0" y="60627"/>
                </a:lnTo>
                <a:lnTo>
                  <a:pt x="19465" y="40475"/>
                </a:lnTo>
                <a:lnTo>
                  <a:pt x="51596" y="9439"/>
                </a:lnTo>
                <a:lnTo>
                  <a:pt x="62073" y="0"/>
                </a:lnTo>
                <a:lnTo>
                  <a:pt x="129664" y="67595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g object 25"/>
          <p:cNvSpPr/>
          <p:nvPr/>
        </p:nvSpPr>
        <p:spPr>
          <a:xfrm>
            <a:off x="2940189" y="7813793"/>
            <a:ext cx="1034415" cy="179705"/>
          </a:xfrm>
          <a:custGeom>
            <a:avLst/>
            <a:gdLst/>
            <a:ahLst/>
            <a:cxnLst/>
            <a:rect l="l" t="t" r="r" b="b"/>
            <a:pathLst>
              <a:path w="1034414" h="179704">
                <a:moveTo>
                  <a:pt x="374844" y="179126"/>
                </a:moveTo>
                <a:lnTo>
                  <a:pt x="272548" y="178332"/>
                </a:lnTo>
                <a:lnTo>
                  <a:pt x="170119" y="175684"/>
                </a:lnTo>
                <a:lnTo>
                  <a:pt x="67590" y="171510"/>
                </a:lnTo>
                <a:lnTo>
                  <a:pt x="0" y="103915"/>
                </a:lnTo>
                <a:lnTo>
                  <a:pt x="22719" y="83444"/>
                </a:lnTo>
                <a:lnTo>
                  <a:pt x="56949" y="54692"/>
                </a:lnTo>
                <a:lnTo>
                  <a:pt x="92181" y="27129"/>
                </a:lnTo>
                <a:lnTo>
                  <a:pt x="128385" y="784"/>
                </a:lnTo>
                <a:lnTo>
                  <a:pt x="129547" y="0"/>
                </a:lnTo>
                <a:lnTo>
                  <a:pt x="752216" y="1566"/>
                </a:lnTo>
                <a:lnTo>
                  <a:pt x="830335" y="6289"/>
                </a:lnTo>
                <a:lnTo>
                  <a:pt x="893277" y="18693"/>
                </a:lnTo>
                <a:lnTo>
                  <a:pt x="930274" y="35022"/>
                </a:lnTo>
                <a:lnTo>
                  <a:pt x="974031" y="60616"/>
                </a:lnTo>
                <a:lnTo>
                  <a:pt x="1011706" y="89898"/>
                </a:lnTo>
                <a:lnTo>
                  <a:pt x="1034288" y="116367"/>
                </a:lnTo>
                <a:lnTo>
                  <a:pt x="984014" y="126524"/>
                </a:lnTo>
                <a:lnTo>
                  <a:pt x="933649" y="135643"/>
                </a:lnTo>
                <a:lnTo>
                  <a:pt x="883199" y="143764"/>
                </a:lnTo>
                <a:lnTo>
                  <a:pt x="832665" y="150928"/>
                </a:lnTo>
                <a:lnTo>
                  <a:pt x="782054" y="157176"/>
                </a:lnTo>
                <a:lnTo>
                  <a:pt x="731369" y="162550"/>
                </a:lnTo>
                <a:lnTo>
                  <a:pt x="680614" y="167090"/>
                </a:lnTo>
                <a:lnTo>
                  <a:pt x="629793" y="170837"/>
                </a:lnTo>
                <a:lnTo>
                  <a:pt x="578910" y="173833"/>
                </a:lnTo>
                <a:lnTo>
                  <a:pt x="527970" y="176119"/>
                </a:lnTo>
                <a:lnTo>
                  <a:pt x="476976" y="177736"/>
                </a:lnTo>
                <a:lnTo>
                  <a:pt x="425933" y="178724"/>
                </a:lnTo>
                <a:lnTo>
                  <a:pt x="374844" y="179126"/>
                </a:lnTo>
                <a:close/>
              </a:path>
              <a:path w="1034414" h="179704">
                <a:moveTo>
                  <a:pt x="752216" y="1566"/>
                </a:moveTo>
                <a:lnTo>
                  <a:pt x="465317" y="1566"/>
                </a:lnTo>
                <a:lnTo>
                  <a:pt x="676447" y="206"/>
                </a:lnTo>
                <a:lnTo>
                  <a:pt x="735593" y="940"/>
                </a:lnTo>
                <a:lnTo>
                  <a:pt x="752216" y="1566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g object 26"/>
          <p:cNvSpPr/>
          <p:nvPr/>
        </p:nvSpPr>
        <p:spPr>
          <a:xfrm>
            <a:off x="2793221" y="7978335"/>
            <a:ext cx="316865" cy="109220"/>
          </a:xfrm>
          <a:custGeom>
            <a:avLst/>
            <a:gdLst/>
            <a:ahLst/>
            <a:cxnLst/>
            <a:rect l="l" t="t" r="r" b="b"/>
            <a:pathLst>
              <a:path w="316864" h="109220">
                <a:moveTo>
                  <a:pt x="316279" y="108688"/>
                </a:moveTo>
                <a:lnTo>
                  <a:pt x="0" y="98146"/>
                </a:lnTo>
                <a:lnTo>
                  <a:pt x="14662" y="79404"/>
                </a:lnTo>
                <a:lnTo>
                  <a:pt x="43414" y="45174"/>
                </a:lnTo>
                <a:lnTo>
                  <a:pt x="73324" y="11978"/>
                </a:lnTo>
                <a:lnTo>
                  <a:pt x="84894" y="0"/>
                </a:lnTo>
                <a:lnTo>
                  <a:pt x="214559" y="6967"/>
                </a:lnTo>
                <a:lnTo>
                  <a:pt x="316279" y="108688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g object 27"/>
          <p:cNvSpPr/>
          <p:nvPr/>
        </p:nvSpPr>
        <p:spPr>
          <a:xfrm>
            <a:off x="3007780" y="7930160"/>
            <a:ext cx="975360" cy="161925"/>
          </a:xfrm>
          <a:custGeom>
            <a:avLst/>
            <a:gdLst/>
            <a:ahLst/>
            <a:cxnLst/>
            <a:rect l="l" t="t" r="r" b="b"/>
            <a:pathLst>
              <a:path w="975360" h="161925">
                <a:moveTo>
                  <a:pt x="432305" y="161882"/>
                </a:moveTo>
                <a:lnTo>
                  <a:pt x="379700" y="161788"/>
                </a:lnTo>
                <a:lnTo>
                  <a:pt x="325530" y="161342"/>
                </a:lnTo>
                <a:lnTo>
                  <a:pt x="270222" y="160586"/>
                </a:lnTo>
                <a:lnTo>
                  <a:pt x="214200" y="159560"/>
                </a:lnTo>
                <a:lnTo>
                  <a:pt x="157890" y="158305"/>
                </a:lnTo>
                <a:lnTo>
                  <a:pt x="101720" y="156864"/>
                </a:lnTo>
                <a:lnTo>
                  <a:pt x="0" y="55143"/>
                </a:lnTo>
                <a:lnTo>
                  <a:pt x="51274" y="57400"/>
                </a:lnTo>
                <a:lnTo>
                  <a:pt x="102528" y="59317"/>
                </a:lnTo>
                <a:lnTo>
                  <a:pt x="153757" y="60853"/>
                </a:lnTo>
                <a:lnTo>
                  <a:pt x="204957" y="61965"/>
                </a:lnTo>
                <a:lnTo>
                  <a:pt x="256124" y="62614"/>
                </a:lnTo>
                <a:lnTo>
                  <a:pt x="307254" y="62759"/>
                </a:lnTo>
                <a:lnTo>
                  <a:pt x="358342" y="62357"/>
                </a:lnTo>
                <a:lnTo>
                  <a:pt x="409385" y="61369"/>
                </a:lnTo>
                <a:lnTo>
                  <a:pt x="460379" y="59752"/>
                </a:lnTo>
                <a:lnTo>
                  <a:pt x="511319" y="57466"/>
                </a:lnTo>
                <a:lnTo>
                  <a:pt x="562202" y="54470"/>
                </a:lnTo>
                <a:lnTo>
                  <a:pt x="613023" y="50723"/>
                </a:lnTo>
                <a:lnTo>
                  <a:pt x="663778" y="46183"/>
                </a:lnTo>
                <a:lnTo>
                  <a:pt x="714463" y="40809"/>
                </a:lnTo>
                <a:lnTo>
                  <a:pt x="765075" y="34561"/>
                </a:lnTo>
                <a:lnTo>
                  <a:pt x="815608" y="27397"/>
                </a:lnTo>
                <a:lnTo>
                  <a:pt x="866059" y="19276"/>
                </a:lnTo>
                <a:lnTo>
                  <a:pt x="916423" y="10157"/>
                </a:lnTo>
                <a:lnTo>
                  <a:pt x="966698" y="0"/>
                </a:lnTo>
                <a:lnTo>
                  <a:pt x="971757" y="9771"/>
                </a:lnTo>
                <a:lnTo>
                  <a:pt x="974576" y="19357"/>
                </a:lnTo>
                <a:lnTo>
                  <a:pt x="974877" y="28657"/>
                </a:lnTo>
                <a:lnTo>
                  <a:pt x="972382" y="37573"/>
                </a:lnTo>
                <a:lnTo>
                  <a:pt x="937835" y="78981"/>
                </a:lnTo>
                <a:lnTo>
                  <a:pt x="864194" y="117680"/>
                </a:lnTo>
                <a:lnTo>
                  <a:pt x="809358" y="133870"/>
                </a:lnTo>
                <a:lnTo>
                  <a:pt x="740723" y="146809"/>
                </a:lnTo>
                <a:lnTo>
                  <a:pt x="656947" y="155642"/>
                </a:lnTo>
                <a:lnTo>
                  <a:pt x="618556" y="157921"/>
                </a:lnTo>
                <a:lnTo>
                  <a:pt x="576471" y="159644"/>
                </a:lnTo>
                <a:lnTo>
                  <a:pt x="531117" y="160851"/>
                </a:lnTo>
                <a:lnTo>
                  <a:pt x="482919" y="161584"/>
                </a:lnTo>
                <a:lnTo>
                  <a:pt x="432305" y="161882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g object 28"/>
          <p:cNvSpPr/>
          <p:nvPr/>
        </p:nvSpPr>
        <p:spPr>
          <a:xfrm>
            <a:off x="2595098" y="8198060"/>
            <a:ext cx="438150" cy="398780"/>
          </a:xfrm>
          <a:custGeom>
            <a:avLst/>
            <a:gdLst/>
            <a:ahLst/>
            <a:cxnLst/>
            <a:rect l="l" t="t" r="r" b="b"/>
            <a:pathLst>
              <a:path w="438150" h="398779">
                <a:moveTo>
                  <a:pt x="39325" y="398570"/>
                </a:moveTo>
                <a:lnTo>
                  <a:pt x="0" y="398570"/>
                </a:lnTo>
                <a:lnTo>
                  <a:pt x="29626" y="358615"/>
                </a:lnTo>
                <a:lnTo>
                  <a:pt x="103808" y="258809"/>
                </a:lnTo>
                <a:lnTo>
                  <a:pt x="200500" y="129241"/>
                </a:lnTo>
                <a:lnTo>
                  <a:pt x="297656" y="0"/>
                </a:lnTo>
                <a:lnTo>
                  <a:pt x="437884" y="0"/>
                </a:lnTo>
                <a:lnTo>
                  <a:pt x="39325" y="39857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g object 29"/>
          <p:cNvSpPr/>
          <p:nvPr/>
        </p:nvSpPr>
        <p:spPr>
          <a:xfrm>
            <a:off x="2634424" y="8198060"/>
            <a:ext cx="514350" cy="398780"/>
          </a:xfrm>
          <a:custGeom>
            <a:avLst/>
            <a:gdLst/>
            <a:ahLst/>
            <a:cxnLst/>
            <a:rect l="l" t="t" r="r" b="b"/>
            <a:pathLst>
              <a:path w="514350" h="398779">
                <a:moveTo>
                  <a:pt x="10053" y="398570"/>
                </a:moveTo>
                <a:lnTo>
                  <a:pt x="0" y="398570"/>
                </a:lnTo>
                <a:lnTo>
                  <a:pt x="398558" y="0"/>
                </a:lnTo>
                <a:lnTo>
                  <a:pt x="514310" y="0"/>
                </a:lnTo>
                <a:lnTo>
                  <a:pt x="352577" y="130579"/>
                </a:lnTo>
                <a:lnTo>
                  <a:pt x="188455" y="259998"/>
                </a:lnTo>
                <a:lnTo>
                  <a:pt x="61195" y="359061"/>
                </a:lnTo>
                <a:lnTo>
                  <a:pt x="10053" y="398570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g object 30"/>
          <p:cNvSpPr/>
          <p:nvPr/>
        </p:nvSpPr>
        <p:spPr>
          <a:xfrm>
            <a:off x="2892755" y="8012304"/>
            <a:ext cx="325120" cy="186055"/>
          </a:xfrm>
          <a:custGeom>
            <a:avLst/>
            <a:gdLst/>
            <a:ahLst/>
            <a:cxnLst/>
            <a:rect l="l" t="t" r="r" b="b"/>
            <a:pathLst>
              <a:path w="325119" h="186054">
                <a:moveTo>
                  <a:pt x="140227" y="185755"/>
                </a:moveTo>
                <a:lnTo>
                  <a:pt x="0" y="185755"/>
                </a:lnTo>
                <a:lnTo>
                  <a:pt x="36855" y="137225"/>
                </a:lnTo>
                <a:lnTo>
                  <a:pt x="67800" y="96936"/>
                </a:lnTo>
                <a:lnTo>
                  <a:pt x="104672" y="51039"/>
                </a:lnTo>
                <a:lnTo>
                  <a:pt x="163843" y="10776"/>
                </a:lnTo>
                <a:lnTo>
                  <a:pt x="210808" y="2387"/>
                </a:lnTo>
                <a:lnTo>
                  <a:pt x="281769" y="0"/>
                </a:lnTo>
                <a:lnTo>
                  <a:pt x="289936" y="48"/>
                </a:lnTo>
                <a:lnTo>
                  <a:pt x="300112" y="229"/>
                </a:lnTo>
                <a:lnTo>
                  <a:pt x="311844" y="624"/>
                </a:lnTo>
                <a:lnTo>
                  <a:pt x="324680" y="1314"/>
                </a:lnTo>
                <a:lnTo>
                  <a:pt x="140227" y="185755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g object 31"/>
          <p:cNvSpPr/>
          <p:nvPr/>
        </p:nvSpPr>
        <p:spPr>
          <a:xfrm>
            <a:off x="3032983" y="8013618"/>
            <a:ext cx="276225" cy="184785"/>
          </a:xfrm>
          <a:custGeom>
            <a:avLst/>
            <a:gdLst/>
            <a:ahLst/>
            <a:cxnLst/>
            <a:rect l="l" t="t" r="r" b="b"/>
            <a:pathLst>
              <a:path w="276225" h="184784">
                <a:moveTo>
                  <a:pt x="115751" y="184441"/>
                </a:moveTo>
                <a:lnTo>
                  <a:pt x="0" y="184441"/>
                </a:lnTo>
                <a:lnTo>
                  <a:pt x="184453" y="0"/>
                </a:lnTo>
                <a:lnTo>
                  <a:pt x="217476" y="3379"/>
                </a:lnTo>
                <a:lnTo>
                  <a:pt x="247982" y="10155"/>
                </a:lnTo>
                <a:lnTo>
                  <a:pt x="269571" y="21512"/>
                </a:lnTo>
                <a:lnTo>
                  <a:pt x="275843" y="38633"/>
                </a:lnTo>
                <a:lnTo>
                  <a:pt x="262726" y="56017"/>
                </a:lnTo>
                <a:lnTo>
                  <a:pt x="229087" y="88035"/>
                </a:lnTo>
                <a:lnTo>
                  <a:pt x="178804" y="131804"/>
                </a:lnTo>
                <a:lnTo>
                  <a:pt x="115751" y="184441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2" name="bg 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0299" y="7856178"/>
            <a:ext cx="171782" cy="6888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51616" y="7900772"/>
            <a:ext cx="67122" cy="110759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2832927" y="7983757"/>
            <a:ext cx="40005" cy="44450"/>
          </a:xfrm>
          <a:custGeom>
            <a:avLst/>
            <a:gdLst/>
            <a:ahLst/>
            <a:cxnLst/>
            <a:rect l="l" t="t" r="r" b="b"/>
            <a:pathLst>
              <a:path w="40005" h="44450">
                <a:moveTo>
                  <a:pt x="32457" y="44168"/>
                </a:moveTo>
                <a:lnTo>
                  <a:pt x="0" y="44168"/>
                </a:lnTo>
                <a:lnTo>
                  <a:pt x="3708" y="39753"/>
                </a:lnTo>
                <a:lnTo>
                  <a:pt x="33618" y="6557"/>
                </a:lnTo>
                <a:lnTo>
                  <a:pt x="39951" y="0"/>
                </a:lnTo>
                <a:lnTo>
                  <a:pt x="39951" y="36674"/>
                </a:lnTo>
                <a:lnTo>
                  <a:pt x="32457" y="44168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5" name="bg 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5111" y="8199847"/>
            <a:ext cx="95437" cy="172024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4592481" y="9410718"/>
            <a:ext cx="285115" cy="323850"/>
          </a:xfrm>
          <a:custGeom>
            <a:avLst/>
            <a:gdLst/>
            <a:ahLst/>
            <a:cxnLst/>
            <a:rect l="l" t="t" r="r" b="b"/>
            <a:pathLst>
              <a:path w="285114" h="323850">
                <a:moveTo>
                  <a:pt x="24430" y="323666"/>
                </a:moveTo>
                <a:lnTo>
                  <a:pt x="0" y="323666"/>
                </a:lnTo>
                <a:lnTo>
                  <a:pt x="0" y="0"/>
                </a:lnTo>
                <a:lnTo>
                  <a:pt x="284536" y="0"/>
                </a:lnTo>
                <a:lnTo>
                  <a:pt x="284536" y="148983"/>
                </a:lnTo>
                <a:lnTo>
                  <a:pt x="259027" y="186791"/>
                </a:lnTo>
                <a:lnTo>
                  <a:pt x="232682" y="222995"/>
                </a:lnTo>
                <a:lnTo>
                  <a:pt x="205119" y="258227"/>
                </a:lnTo>
                <a:lnTo>
                  <a:pt x="176367" y="292457"/>
                </a:lnTo>
                <a:lnTo>
                  <a:pt x="24430" y="313186"/>
                </a:lnTo>
                <a:lnTo>
                  <a:pt x="24430" y="323666"/>
                </a:lnTo>
                <a:close/>
              </a:path>
              <a:path w="285114" h="323850">
                <a:moveTo>
                  <a:pt x="148248" y="323666"/>
                </a:moveTo>
                <a:lnTo>
                  <a:pt x="53586" y="323666"/>
                </a:lnTo>
                <a:lnTo>
                  <a:pt x="53586" y="313186"/>
                </a:lnTo>
                <a:lnTo>
                  <a:pt x="157690" y="313186"/>
                </a:lnTo>
                <a:lnTo>
                  <a:pt x="148248" y="323666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g object 37"/>
          <p:cNvSpPr/>
          <p:nvPr/>
        </p:nvSpPr>
        <p:spPr>
          <a:xfrm>
            <a:off x="4598289" y="9416593"/>
            <a:ext cx="273050" cy="312420"/>
          </a:xfrm>
          <a:custGeom>
            <a:avLst/>
            <a:gdLst/>
            <a:ahLst/>
            <a:cxnLst/>
            <a:rect l="l" t="t" r="r" b="b"/>
            <a:pathLst>
              <a:path w="273050" h="312420">
                <a:moveTo>
                  <a:pt x="9245" y="302691"/>
                </a:moveTo>
                <a:lnTo>
                  <a:pt x="0" y="302691"/>
                </a:lnTo>
                <a:lnTo>
                  <a:pt x="0" y="311937"/>
                </a:lnTo>
                <a:lnTo>
                  <a:pt x="9245" y="311937"/>
                </a:lnTo>
                <a:lnTo>
                  <a:pt x="9245" y="302691"/>
                </a:lnTo>
                <a:close/>
              </a:path>
              <a:path w="273050" h="312420">
                <a:moveTo>
                  <a:pt x="9245" y="0"/>
                </a:moveTo>
                <a:lnTo>
                  <a:pt x="0" y="0"/>
                </a:lnTo>
                <a:lnTo>
                  <a:pt x="0" y="9232"/>
                </a:lnTo>
                <a:lnTo>
                  <a:pt x="9245" y="9232"/>
                </a:lnTo>
                <a:lnTo>
                  <a:pt x="9245" y="0"/>
                </a:lnTo>
                <a:close/>
              </a:path>
              <a:path w="273050" h="312420">
                <a:moveTo>
                  <a:pt x="30226" y="13233"/>
                </a:moveTo>
                <a:lnTo>
                  <a:pt x="15481" y="13233"/>
                </a:lnTo>
                <a:lnTo>
                  <a:pt x="15481" y="294220"/>
                </a:lnTo>
                <a:lnTo>
                  <a:pt x="30226" y="294220"/>
                </a:lnTo>
                <a:lnTo>
                  <a:pt x="30226" y="13233"/>
                </a:lnTo>
                <a:close/>
              </a:path>
              <a:path w="273050" h="312420">
                <a:moveTo>
                  <a:pt x="62687" y="13233"/>
                </a:moveTo>
                <a:lnTo>
                  <a:pt x="47929" y="13233"/>
                </a:lnTo>
                <a:lnTo>
                  <a:pt x="47929" y="294220"/>
                </a:lnTo>
                <a:lnTo>
                  <a:pt x="62687" y="294220"/>
                </a:lnTo>
                <a:lnTo>
                  <a:pt x="62687" y="13233"/>
                </a:lnTo>
                <a:close/>
              </a:path>
              <a:path w="273050" h="312420">
                <a:moveTo>
                  <a:pt x="95148" y="13233"/>
                </a:moveTo>
                <a:lnTo>
                  <a:pt x="80391" y="13233"/>
                </a:lnTo>
                <a:lnTo>
                  <a:pt x="80391" y="294220"/>
                </a:lnTo>
                <a:lnTo>
                  <a:pt x="95148" y="294220"/>
                </a:lnTo>
                <a:lnTo>
                  <a:pt x="95148" y="13233"/>
                </a:lnTo>
                <a:close/>
              </a:path>
              <a:path w="273050" h="312420">
                <a:moveTo>
                  <a:pt x="127596" y="13233"/>
                </a:moveTo>
                <a:lnTo>
                  <a:pt x="112839" y="13233"/>
                </a:lnTo>
                <a:lnTo>
                  <a:pt x="112839" y="294220"/>
                </a:lnTo>
                <a:lnTo>
                  <a:pt x="127596" y="294220"/>
                </a:lnTo>
                <a:lnTo>
                  <a:pt x="127596" y="13233"/>
                </a:lnTo>
                <a:close/>
              </a:path>
              <a:path w="273050" h="312420">
                <a:moveTo>
                  <a:pt x="160070" y="13233"/>
                </a:moveTo>
                <a:lnTo>
                  <a:pt x="145313" y="13233"/>
                </a:lnTo>
                <a:lnTo>
                  <a:pt x="145313" y="294220"/>
                </a:lnTo>
                <a:lnTo>
                  <a:pt x="160070" y="294220"/>
                </a:lnTo>
                <a:lnTo>
                  <a:pt x="160070" y="13233"/>
                </a:lnTo>
                <a:close/>
              </a:path>
              <a:path w="273050" h="312420">
                <a:moveTo>
                  <a:pt x="192519" y="13233"/>
                </a:moveTo>
                <a:lnTo>
                  <a:pt x="177761" y="13233"/>
                </a:lnTo>
                <a:lnTo>
                  <a:pt x="177761" y="278003"/>
                </a:lnTo>
                <a:lnTo>
                  <a:pt x="192519" y="260438"/>
                </a:lnTo>
                <a:lnTo>
                  <a:pt x="192519" y="13233"/>
                </a:lnTo>
                <a:close/>
              </a:path>
              <a:path w="273050" h="312420">
                <a:moveTo>
                  <a:pt x="224980" y="13233"/>
                </a:moveTo>
                <a:lnTo>
                  <a:pt x="210223" y="13233"/>
                </a:lnTo>
                <a:lnTo>
                  <a:pt x="210223" y="238417"/>
                </a:lnTo>
                <a:lnTo>
                  <a:pt x="224980" y="219532"/>
                </a:lnTo>
                <a:lnTo>
                  <a:pt x="224980" y="13233"/>
                </a:lnTo>
                <a:close/>
              </a:path>
              <a:path w="273050" h="312420">
                <a:moveTo>
                  <a:pt x="257441" y="13233"/>
                </a:moveTo>
                <a:lnTo>
                  <a:pt x="242684" y="13233"/>
                </a:lnTo>
                <a:lnTo>
                  <a:pt x="242684" y="195389"/>
                </a:lnTo>
                <a:lnTo>
                  <a:pt x="253212" y="180924"/>
                </a:lnTo>
                <a:lnTo>
                  <a:pt x="257441" y="174663"/>
                </a:lnTo>
                <a:lnTo>
                  <a:pt x="257441" y="13233"/>
                </a:lnTo>
                <a:close/>
              </a:path>
              <a:path w="273050" h="312420">
                <a:moveTo>
                  <a:pt x="272923" y="0"/>
                </a:moveTo>
                <a:lnTo>
                  <a:pt x="263690" y="0"/>
                </a:lnTo>
                <a:lnTo>
                  <a:pt x="263690" y="9232"/>
                </a:lnTo>
                <a:lnTo>
                  <a:pt x="272923" y="9232"/>
                </a:lnTo>
                <a:lnTo>
                  <a:pt x="272923" y="0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g object 38"/>
          <p:cNvSpPr/>
          <p:nvPr/>
        </p:nvSpPr>
        <p:spPr>
          <a:xfrm>
            <a:off x="4877018" y="9410718"/>
            <a:ext cx="83185" cy="149225"/>
          </a:xfrm>
          <a:custGeom>
            <a:avLst/>
            <a:gdLst/>
            <a:ahLst/>
            <a:cxnLst/>
            <a:rect l="l" t="t" r="r" b="b"/>
            <a:pathLst>
              <a:path w="83185" h="149225">
                <a:moveTo>
                  <a:pt x="0" y="148983"/>
                </a:moveTo>
                <a:lnTo>
                  <a:pt x="0" y="0"/>
                </a:lnTo>
                <a:lnTo>
                  <a:pt x="83077" y="0"/>
                </a:lnTo>
                <a:lnTo>
                  <a:pt x="67057" y="32876"/>
                </a:lnTo>
                <a:lnTo>
                  <a:pt x="45899" y="72658"/>
                </a:lnTo>
                <a:lnTo>
                  <a:pt x="23398" y="111591"/>
                </a:lnTo>
                <a:lnTo>
                  <a:pt x="0" y="148983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bg object 39"/>
          <p:cNvSpPr/>
          <p:nvPr/>
        </p:nvSpPr>
        <p:spPr>
          <a:xfrm>
            <a:off x="4882820" y="9416593"/>
            <a:ext cx="62865" cy="109220"/>
          </a:xfrm>
          <a:custGeom>
            <a:avLst/>
            <a:gdLst/>
            <a:ahLst/>
            <a:cxnLst/>
            <a:rect l="l" t="t" r="r" b="b"/>
            <a:pathLst>
              <a:path w="62864" h="109220">
                <a:moveTo>
                  <a:pt x="9232" y="0"/>
                </a:moveTo>
                <a:lnTo>
                  <a:pt x="0" y="0"/>
                </a:lnTo>
                <a:lnTo>
                  <a:pt x="0" y="9232"/>
                </a:lnTo>
                <a:lnTo>
                  <a:pt x="9232" y="9232"/>
                </a:lnTo>
                <a:lnTo>
                  <a:pt x="9232" y="0"/>
                </a:lnTo>
                <a:close/>
              </a:path>
              <a:path w="62864" h="109220">
                <a:moveTo>
                  <a:pt x="30226" y="13233"/>
                </a:moveTo>
                <a:lnTo>
                  <a:pt x="15468" y="13233"/>
                </a:lnTo>
                <a:lnTo>
                  <a:pt x="15468" y="109105"/>
                </a:lnTo>
                <a:lnTo>
                  <a:pt x="17589" y="105727"/>
                </a:lnTo>
                <a:lnTo>
                  <a:pt x="30226" y="83845"/>
                </a:lnTo>
                <a:lnTo>
                  <a:pt x="30226" y="13233"/>
                </a:lnTo>
                <a:close/>
              </a:path>
              <a:path w="62864" h="109220">
                <a:moveTo>
                  <a:pt x="62687" y="13233"/>
                </a:moveTo>
                <a:lnTo>
                  <a:pt x="47942" y="13233"/>
                </a:lnTo>
                <a:lnTo>
                  <a:pt x="47942" y="52031"/>
                </a:lnTo>
                <a:lnTo>
                  <a:pt x="61252" y="27012"/>
                </a:lnTo>
                <a:lnTo>
                  <a:pt x="62687" y="24053"/>
                </a:lnTo>
                <a:lnTo>
                  <a:pt x="62687" y="13233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bg object 40"/>
          <p:cNvSpPr/>
          <p:nvPr/>
        </p:nvSpPr>
        <p:spPr>
          <a:xfrm>
            <a:off x="4592472" y="9086888"/>
            <a:ext cx="285115" cy="323850"/>
          </a:xfrm>
          <a:custGeom>
            <a:avLst/>
            <a:gdLst/>
            <a:ahLst/>
            <a:cxnLst/>
            <a:rect l="l" t="t" r="r" b="b"/>
            <a:pathLst>
              <a:path w="285114" h="323850">
                <a:moveTo>
                  <a:pt x="284543" y="0"/>
                </a:moveTo>
                <a:lnTo>
                  <a:pt x="0" y="0"/>
                </a:lnTo>
                <a:lnTo>
                  <a:pt x="0" y="313690"/>
                </a:lnTo>
                <a:lnTo>
                  <a:pt x="0" y="323850"/>
                </a:lnTo>
                <a:lnTo>
                  <a:pt x="24434" y="323850"/>
                </a:lnTo>
                <a:lnTo>
                  <a:pt x="24434" y="313690"/>
                </a:lnTo>
                <a:lnTo>
                  <a:pt x="53594" y="313690"/>
                </a:lnTo>
                <a:lnTo>
                  <a:pt x="53594" y="323850"/>
                </a:lnTo>
                <a:lnTo>
                  <a:pt x="230962" y="323850"/>
                </a:lnTo>
                <a:lnTo>
                  <a:pt x="230962" y="313690"/>
                </a:lnTo>
                <a:lnTo>
                  <a:pt x="260108" y="313690"/>
                </a:lnTo>
                <a:lnTo>
                  <a:pt x="260108" y="323850"/>
                </a:lnTo>
                <a:lnTo>
                  <a:pt x="284543" y="323850"/>
                </a:lnTo>
                <a:lnTo>
                  <a:pt x="284543" y="313690"/>
                </a:lnTo>
                <a:lnTo>
                  <a:pt x="284543" y="0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bg object 41"/>
          <p:cNvSpPr/>
          <p:nvPr/>
        </p:nvSpPr>
        <p:spPr>
          <a:xfrm>
            <a:off x="4598289" y="9092920"/>
            <a:ext cx="273050" cy="312420"/>
          </a:xfrm>
          <a:custGeom>
            <a:avLst/>
            <a:gdLst/>
            <a:ahLst/>
            <a:cxnLst/>
            <a:rect l="l" t="t" r="r" b="b"/>
            <a:pathLst>
              <a:path w="273050" h="312420">
                <a:moveTo>
                  <a:pt x="9245" y="302717"/>
                </a:moveTo>
                <a:lnTo>
                  <a:pt x="0" y="302717"/>
                </a:lnTo>
                <a:lnTo>
                  <a:pt x="0" y="311950"/>
                </a:lnTo>
                <a:lnTo>
                  <a:pt x="9245" y="311950"/>
                </a:lnTo>
                <a:lnTo>
                  <a:pt x="9245" y="302717"/>
                </a:lnTo>
                <a:close/>
              </a:path>
              <a:path w="273050" h="312420">
                <a:moveTo>
                  <a:pt x="9245" y="0"/>
                </a:moveTo>
                <a:lnTo>
                  <a:pt x="0" y="0"/>
                </a:lnTo>
                <a:lnTo>
                  <a:pt x="0" y="9245"/>
                </a:lnTo>
                <a:lnTo>
                  <a:pt x="9245" y="9245"/>
                </a:lnTo>
                <a:lnTo>
                  <a:pt x="9245" y="0"/>
                </a:lnTo>
                <a:close/>
              </a:path>
              <a:path w="273050" h="312420">
                <a:moveTo>
                  <a:pt x="30226" y="13233"/>
                </a:moveTo>
                <a:lnTo>
                  <a:pt x="15481" y="13233"/>
                </a:lnTo>
                <a:lnTo>
                  <a:pt x="15481" y="294233"/>
                </a:lnTo>
                <a:lnTo>
                  <a:pt x="30226" y="294233"/>
                </a:lnTo>
                <a:lnTo>
                  <a:pt x="30226" y="13233"/>
                </a:lnTo>
                <a:close/>
              </a:path>
              <a:path w="273050" h="312420">
                <a:moveTo>
                  <a:pt x="62687" y="13233"/>
                </a:moveTo>
                <a:lnTo>
                  <a:pt x="47929" y="13233"/>
                </a:lnTo>
                <a:lnTo>
                  <a:pt x="47929" y="294233"/>
                </a:lnTo>
                <a:lnTo>
                  <a:pt x="62687" y="294233"/>
                </a:lnTo>
                <a:lnTo>
                  <a:pt x="62687" y="13233"/>
                </a:lnTo>
                <a:close/>
              </a:path>
              <a:path w="273050" h="312420">
                <a:moveTo>
                  <a:pt x="95148" y="13233"/>
                </a:moveTo>
                <a:lnTo>
                  <a:pt x="80391" y="13233"/>
                </a:lnTo>
                <a:lnTo>
                  <a:pt x="80391" y="294233"/>
                </a:lnTo>
                <a:lnTo>
                  <a:pt x="95148" y="294233"/>
                </a:lnTo>
                <a:lnTo>
                  <a:pt x="95148" y="13233"/>
                </a:lnTo>
                <a:close/>
              </a:path>
              <a:path w="273050" h="312420">
                <a:moveTo>
                  <a:pt x="127596" y="13233"/>
                </a:moveTo>
                <a:lnTo>
                  <a:pt x="112839" y="13233"/>
                </a:lnTo>
                <a:lnTo>
                  <a:pt x="112839" y="294233"/>
                </a:lnTo>
                <a:lnTo>
                  <a:pt x="127596" y="294233"/>
                </a:lnTo>
                <a:lnTo>
                  <a:pt x="127596" y="13233"/>
                </a:lnTo>
                <a:close/>
              </a:path>
              <a:path w="273050" h="312420">
                <a:moveTo>
                  <a:pt x="160070" y="13233"/>
                </a:moveTo>
                <a:lnTo>
                  <a:pt x="145313" y="13233"/>
                </a:lnTo>
                <a:lnTo>
                  <a:pt x="145313" y="294233"/>
                </a:lnTo>
                <a:lnTo>
                  <a:pt x="160070" y="294233"/>
                </a:lnTo>
                <a:lnTo>
                  <a:pt x="160070" y="13233"/>
                </a:lnTo>
                <a:close/>
              </a:path>
              <a:path w="273050" h="312420">
                <a:moveTo>
                  <a:pt x="192519" y="13233"/>
                </a:moveTo>
                <a:lnTo>
                  <a:pt x="177761" y="13233"/>
                </a:lnTo>
                <a:lnTo>
                  <a:pt x="177761" y="294233"/>
                </a:lnTo>
                <a:lnTo>
                  <a:pt x="192519" y="294233"/>
                </a:lnTo>
                <a:lnTo>
                  <a:pt x="192519" y="13233"/>
                </a:lnTo>
                <a:close/>
              </a:path>
              <a:path w="273050" h="312420">
                <a:moveTo>
                  <a:pt x="224980" y="13233"/>
                </a:moveTo>
                <a:lnTo>
                  <a:pt x="210223" y="13233"/>
                </a:lnTo>
                <a:lnTo>
                  <a:pt x="210223" y="294233"/>
                </a:lnTo>
                <a:lnTo>
                  <a:pt x="224980" y="294233"/>
                </a:lnTo>
                <a:lnTo>
                  <a:pt x="224980" y="13233"/>
                </a:lnTo>
                <a:close/>
              </a:path>
              <a:path w="273050" h="312420">
                <a:moveTo>
                  <a:pt x="257441" y="13233"/>
                </a:moveTo>
                <a:lnTo>
                  <a:pt x="242684" y="13233"/>
                </a:lnTo>
                <a:lnTo>
                  <a:pt x="242684" y="294233"/>
                </a:lnTo>
                <a:lnTo>
                  <a:pt x="257441" y="294233"/>
                </a:lnTo>
                <a:lnTo>
                  <a:pt x="257441" y="13233"/>
                </a:lnTo>
                <a:close/>
              </a:path>
              <a:path w="273050" h="312420">
                <a:moveTo>
                  <a:pt x="272923" y="302717"/>
                </a:moveTo>
                <a:lnTo>
                  <a:pt x="263690" y="302717"/>
                </a:lnTo>
                <a:lnTo>
                  <a:pt x="263690" y="311950"/>
                </a:lnTo>
                <a:lnTo>
                  <a:pt x="272923" y="311950"/>
                </a:lnTo>
                <a:lnTo>
                  <a:pt x="272923" y="302717"/>
                </a:lnTo>
                <a:close/>
              </a:path>
              <a:path w="273050" h="312420">
                <a:moveTo>
                  <a:pt x="272923" y="0"/>
                </a:moveTo>
                <a:lnTo>
                  <a:pt x="263690" y="0"/>
                </a:lnTo>
                <a:lnTo>
                  <a:pt x="263690" y="9245"/>
                </a:lnTo>
                <a:lnTo>
                  <a:pt x="272923" y="9245"/>
                </a:lnTo>
                <a:lnTo>
                  <a:pt x="272923" y="0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bg object 42"/>
          <p:cNvSpPr/>
          <p:nvPr/>
        </p:nvSpPr>
        <p:spPr>
          <a:xfrm>
            <a:off x="4877018" y="9087064"/>
            <a:ext cx="186690" cy="323850"/>
          </a:xfrm>
          <a:custGeom>
            <a:avLst/>
            <a:gdLst/>
            <a:ahLst/>
            <a:cxnLst/>
            <a:rect l="l" t="t" r="r" b="b"/>
            <a:pathLst>
              <a:path w="186689" h="323850">
                <a:moveTo>
                  <a:pt x="24430" y="323654"/>
                </a:moveTo>
                <a:lnTo>
                  <a:pt x="0" y="323654"/>
                </a:lnTo>
                <a:lnTo>
                  <a:pt x="0" y="0"/>
                </a:lnTo>
                <a:lnTo>
                  <a:pt x="186171" y="0"/>
                </a:lnTo>
                <a:lnTo>
                  <a:pt x="184258" y="11462"/>
                </a:lnTo>
                <a:lnTo>
                  <a:pt x="174958" y="56914"/>
                </a:lnTo>
                <a:lnTo>
                  <a:pt x="164068" y="101765"/>
                </a:lnTo>
                <a:lnTo>
                  <a:pt x="151618" y="145985"/>
                </a:lnTo>
                <a:lnTo>
                  <a:pt x="137639" y="189543"/>
                </a:lnTo>
                <a:lnTo>
                  <a:pt x="122163" y="232407"/>
                </a:lnTo>
                <a:lnTo>
                  <a:pt x="105220" y="274547"/>
                </a:lnTo>
                <a:lnTo>
                  <a:pt x="88070" y="313163"/>
                </a:lnTo>
                <a:lnTo>
                  <a:pt x="24430" y="313163"/>
                </a:lnTo>
                <a:lnTo>
                  <a:pt x="24430" y="323654"/>
                </a:lnTo>
                <a:close/>
              </a:path>
              <a:path w="186689" h="323850">
                <a:moveTo>
                  <a:pt x="83077" y="323654"/>
                </a:moveTo>
                <a:lnTo>
                  <a:pt x="53586" y="323654"/>
                </a:lnTo>
                <a:lnTo>
                  <a:pt x="53586" y="313163"/>
                </a:lnTo>
                <a:lnTo>
                  <a:pt x="88070" y="313163"/>
                </a:lnTo>
                <a:lnTo>
                  <a:pt x="86841" y="315932"/>
                </a:lnTo>
                <a:lnTo>
                  <a:pt x="83077" y="323654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bg object 43"/>
          <p:cNvSpPr/>
          <p:nvPr/>
        </p:nvSpPr>
        <p:spPr>
          <a:xfrm>
            <a:off x="4882820" y="9092920"/>
            <a:ext cx="160655" cy="312420"/>
          </a:xfrm>
          <a:custGeom>
            <a:avLst/>
            <a:gdLst/>
            <a:ahLst/>
            <a:cxnLst/>
            <a:rect l="l" t="t" r="r" b="b"/>
            <a:pathLst>
              <a:path w="160654" h="312420">
                <a:moveTo>
                  <a:pt x="9232" y="302717"/>
                </a:moveTo>
                <a:lnTo>
                  <a:pt x="0" y="302717"/>
                </a:lnTo>
                <a:lnTo>
                  <a:pt x="0" y="311950"/>
                </a:lnTo>
                <a:lnTo>
                  <a:pt x="9232" y="311950"/>
                </a:lnTo>
                <a:lnTo>
                  <a:pt x="9232" y="302717"/>
                </a:lnTo>
                <a:close/>
              </a:path>
              <a:path w="160654" h="312420">
                <a:moveTo>
                  <a:pt x="9232" y="0"/>
                </a:moveTo>
                <a:lnTo>
                  <a:pt x="0" y="0"/>
                </a:lnTo>
                <a:lnTo>
                  <a:pt x="0" y="9245"/>
                </a:lnTo>
                <a:lnTo>
                  <a:pt x="9232" y="9245"/>
                </a:lnTo>
                <a:lnTo>
                  <a:pt x="9232" y="0"/>
                </a:lnTo>
                <a:close/>
              </a:path>
              <a:path w="160654" h="312420">
                <a:moveTo>
                  <a:pt x="30226" y="13233"/>
                </a:moveTo>
                <a:lnTo>
                  <a:pt x="15468" y="13233"/>
                </a:lnTo>
                <a:lnTo>
                  <a:pt x="15468" y="294233"/>
                </a:lnTo>
                <a:lnTo>
                  <a:pt x="30226" y="294233"/>
                </a:lnTo>
                <a:lnTo>
                  <a:pt x="30226" y="13233"/>
                </a:lnTo>
                <a:close/>
              </a:path>
              <a:path w="160654" h="312420">
                <a:moveTo>
                  <a:pt x="62687" y="13233"/>
                </a:moveTo>
                <a:lnTo>
                  <a:pt x="47942" y="13233"/>
                </a:lnTo>
                <a:lnTo>
                  <a:pt x="47942" y="294233"/>
                </a:lnTo>
                <a:lnTo>
                  <a:pt x="62687" y="294233"/>
                </a:lnTo>
                <a:lnTo>
                  <a:pt x="62687" y="13233"/>
                </a:lnTo>
                <a:close/>
              </a:path>
              <a:path w="160654" h="312420">
                <a:moveTo>
                  <a:pt x="95148" y="13017"/>
                </a:moveTo>
                <a:lnTo>
                  <a:pt x="80391" y="13017"/>
                </a:lnTo>
                <a:lnTo>
                  <a:pt x="80391" y="278447"/>
                </a:lnTo>
                <a:lnTo>
                  <a:pt x="80391" y="293687"/>
                </a:lnTo>
                <a:lnTo>
                  <a:pt x="91694" y="293687"/>
                </a:lnTo>
                <a:lnTo>
                  <a:pt x="91694" y="278447"/>
                </a:lnTo>
                <a:lnTo>
                  <a:pt x="95148" y="278447"/>
                </a:lnTo>
                <a:lnTo>
                  <a:pt x="95148" y="13017"/>
                </a:lnTo>
                <a:close/>
              </a:path>
              <a:path w="160654" h="312420">
                <a:moveTo>
                  <a:pt x="127609" y="13233"/>
                </a:moveTo>
                <a:lnTo>
                  <a:pt x="112852" y="13233"/>
                </a:lnTo>
                <a:lnTo>
                  <a:pt x="112852" y="235280"/>
                </a:lnTo>
                <a:lnTo>
                  <a:pt x="116357" y="226555"/>
                </a:lnTo>
                <a:lnTo>
                  <a:pt x="127609" y="195402"/>
                </a:lnTo>
                <a:lnTo>
                  <a:pt x="127609" y="13233"/>
                </a:lnTo>
                <a:close/>
              </a:path>
              <a:path w="160654" h="312420">
                <a:moveTo>
                  <a:pt x="160058" y="13233"/>
                </a:moveTo>
                <a:lnTo>
                  <a:pt x="145313" y="13233"/>
                </a:lnTo>
                <a:lnTo>
                  <a:pt x="145313" y="141681"/>
                </a:lnTo>
                <a:lnTo>
                  <a:pt x="145808" y="140131"/>
                </a:lnTo>
                <a:lnTo>
                  <a:pt x="158254" y="95910"/>
                </a:lnTo>
                <a:lnTo>
                  <a:pt x="160058" y="88506"/>
                </a:lnTo>
                <a:lnTo>
                  <a:pt x="160058" y="13233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bg object 44"/>
          <p:cNvSpPr/>
          <p:nvPr/>
        </p:nvSpPr>
        <p:spPr>
          <a:xfrm>
            <a:off x="3961762" y="8181331"/>
            <a:ext cx="243204" cy="52069"/>
          </a:xfrm>
          <a:custGeom>
            <a:avLst/>
            <a:gdLst/>
            <a:ahLst/>
            <a:cxnLst/>
            <a:rect l="l" t="t" r="r" b="b"/>
            <a:pathLst>
              <a:path w="243204" h="52070">
                <a:moveTo>
                  <a:pt x="0" y="51534"/>
                </a:moveTo>
                <a:lnTo>
                  <a:pt x="242651" y="51534"/>
                </a:lnTo>
                <a:lnTo>
                  <a:pt x="242651" y="0"/>
                </a:lnTo>
                <a:lnTo>
                  <a:pt x="0" y="0"/>
                </a:lnTo>
                <a:lnTo>
                  <a:pt x="0" y="51534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bg object 45"/>
          <p:cNvSpPr/>
          <p:nvPr/>
        </p:nvSpPr>
        <p:spPr>
          <a:xfrm>
            <a:off x="3979609" y="7886361"/>
            <a:ext cx="339725" cy="295275"/>
          </a:xfrm>
          <a:custGeom>
            <a:avLst/>
            <a:gdLst/>
            <a:ahLst/>
            <a:cxnLst/>
            <a:rect l="l" t="t" r="r" b="b"/>
            <a:pathLst>
              <a:path w="339725" h="295275">
                <a:moveTo>
                  <a:pt x="339518" y="294970"/>
                </a:moveTo>
                <a:lnTo>
                  <a:pt x="0" y="294970"/>
                </a:lnTo>
                <a:lnTo>
                  <a:pt x="0" y="185248"/>
                </a:lnTo>
                <a:lnTo>
                  <a:pt x="15144" y="161400"/>
                </a:lnTo>
                <a:lnTo>
                  <a:pt x="48462" y="137271"/>
                </a:lnTo>
                <a:lnTo>
                  <a:pt x="81780" y="118593"/>
                </a:lnTo>
                <a:lnTo>
                  <a:pt x="96924" y="111093"/>
                </a:lnTo>
                <a:lnTo>
                  <a:pt x="97777" y="108246"/>
                </a:lnTo>
                <a:lnTo>
                  <a:pt x="114773" y="70485"/>
                </a:lnTo>
                <a:lnTo>
                  <a:pt x="138897" y="30749"/>
                </a:lnTo>
                <a:lnTo>
                  <a:pt x="168012" y="0"/>
                </a:lnTo>
                <a:lnTo>
                  <a:pt x="339518" y="0"/>
                </a:lnTo>
                <a:lnTo>
                  <a:pt x="339518" y="294970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bg object 46"/>
          <p:cNvSpPr/>
          <p:nvPr/>
        </p:nvSpPr>
        <p:spPr>
          <a:xfrm>
            <a:off x="4319127" y="7920660"/>
            <a:ext cx="15875" cy="260985"/>
          </a:xfrm>
          <a:custGeom>
            <a:avLst/>
            <a:gdLst/>
            <a:ahLst/>
            <a:cxnLst/>
            <a:rect l="l" t="t" r="r" b="b"/>
            <a:pathLst>
              <a:path w="15875" h="260984">
                <a:moveTo>
                  <a:pt x="15299" y="260671"/>
                </a:moveTo>
                <a:lnTo>
                  <a:pt x="0" y="260671"/>
                </a:lnTo>
                <a:lnTo>
                  <a:pt x="0" y="0"/>
                </a:lnTo>
                <a:lnTo>
                  <a:pt x="15299" y="0"/>
                </a:lnTo>
                <a:lnTo>
                  <a:pt x="15299" y="260671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7" name="bg object 4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79609" y="7903101"/>
            <a:ext cx="292018" cy="329776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4378629" y="8181331"/>
            <a:ext cx="538480" cy="52069"/>
          </a:xfrm>
          <a:custGeom>
            <a:avLst/>
            <a:gdLst/>
            <a:ahLst/>
            <a:cxnLst/>
            <a:rect l="l" t="t" r="r" b="b"/>
            <a:pathLst>
              <a:path w="538479" h="52070">
                <a:moveTo>
                  <a:pt x="0" y="51926"/>
                </a:moveTo>
                <a:lnTo>
                  <a:pt x="538478" y="51926"/>
                </a:lnTo>
                <a:lnTo>
                  <a:pt x="538478" y="0"/>
                </a:lnTo>
                <a:lnTo>
                  <a:pt x="0" y="0"/>
                </a:lnTo>
                <a:lnTo>
                  <a:pt x="0" y="5192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bg object 49"/>
          <p:cNvSpPr/>
          <p:nvPr/>
        </p:nvSpPr>
        <p:spPr>
          <a:xfrm>
            <a:off x="4666151" y="7918480"/>
            <a:ext cx="220345" cy="262890"/>
          </a:xfrm>
          <a:custGeom>
            <a:avLst/>
            <a:gdLst/>
            <a:ahLst/>
            <a:cxnLst/>
            <a:rect l="l" t="t" r="r" b="b"/>
            <a:pathLst>
              <a:path w="220345" h="262890">
                <a:moveTo>
                  <a:pt x="219843" y="262851"/>
                </a:moveTo>
                <a:lnTo>
                  <a:pt x="0" y="262851"/>
                </a:lnTo>
                <a:lnTo>
                  <a:pt x="0" y="0"/>
                </a:lnTo>
                <a:lnTo>
                  <a:pt x="41751" y="39703"/>
                </a:lnTo>
                <a:lnTo>
                  <a:pt x="72787" y="71834"/>
                </a:lnTo>
                <a:lnTo>
                  <a:pt x="102696" y="105030"/>
                </a:lnTo>
                <a:lnTo>
                  <a:pt x="131448" y="139260"/>
                </a:lnTo>
                <a:lnTo>
                  <a:pt x="159012" y="174492"/>
                </a:lnTo>
                <a:lnTo>
                  <a:pt x="185356" y="210696"/>
                </a:lnTo>
                <a:lnTo>
                  <a:pt x="210451" y="247841"/>
                </a:lnTo>
                <a:lnTo>
                  <a:pt x="219843" y="262851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bg object 50"/>
          <p:cNvSpPr/>
          <p:nvPr/>
        </p:nvSpPr>
        <p:spPr>
          <a:xfrm>
            <a:off x="4352008" y="7789909"/>
            <a:ext cx="314325" cy="391795"/>
          </a:xfrm>
          <a:custGeom>
            <a:avLst/>
            <a:gdLst/>
            <a:ahLst/>
            <a:cxnLst/>
            <a:rect l="l" t="t" r="r" b="b"/>
            <a:pathLst>
              <a:path w="314325" h="391795">
                <a:moveTo>
                  <a:pt x="314143" y="391422"/>
                </a:moveTo>
                <a:lnTo>
                  <a:pt x="0" y="391422"/>
                </a:lnTo>
                <a:lnTo>
                  <a:pt x="0" y="0"/>
                </a:lnTo>
                <a:lnTo>
                  <a:pt x="148386" y="0"/>
                </a:lnTo>
                <a:lnTo>
                  <a:pt x="184900" y="24668"/>
                </a:lnTo>
                <a:lnTo>
                  <a:pt x="221104" y="51012"/>
                </a:lnTo>
                <a:lnTo>
                  <a:pt x="256337" y="78576"/>
                </a:lnTo>
                <a:lnTo>
                  <a:pt x="290566" y="107328"/>
                </a:lnTo>
                <a:lnTo>
                  <a:pt x="314143" y="128570"/>
                </a:lnTo>
                <a:lnTo>
                  <a:pt x="314143" y="3914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bg object 51"/>
          <p:cNvSpPr/>
          <p:nvPr/>
        </p:nvSpPr>
        <p:spPr>
          <a:xfrm>
            <a:off x="4352008" y="7988151"/>
            <a:ext cx="314325" cy="118745"/>
          </a:xfrm>
          <a:custGeom>
            <a:avLst/>
            <a:gdLst/>
            <a:ahLst/>
            <a:cxnLst/>
            <a:rect l="l" t="t" r="r" b="b"/>
            <a:pathLst>
              <a:path w="314325" h="118745">
                <a:moveTo>
                  <a:pt x="314143" y="118380"/>
                </a:moveTo>
                <a:lnTo>
                  <a:pt x="0" y="118380"/>
                </a:lnTo>
                <a:lnTo>
                  <a:pt x="0" y="0"/>
                </a:lnTo>
                <a:lnTo>
                  <a:pt x="314143" y="0"/>
                </a:lnTo>
                <a:lnTo>
                  <a:pt x="314143" y="11838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2" name="bg object 5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66151" y="7988151"/>
            <a:ext cx="168878" cy="118380"/>
          </a:xfrm>
          <a:prstGeom prst="rect">
            <a:avLst/>
          </a:prstGeom>
        </p:spPr>
      </p:pic>
      <p:sp>
        <p:nvSpPr>
          <p:cNvPr id="53" name="bg object 53"/>
          <p:cNvSpPr/>
          <p:nvPr/>
        </p:nvSpPr>
        <p:spPr>
          <a:xfrm>
            <a:off x="4223529" y="8005202"/>
            <a:ext cx="34925" cy="7620"/>
          </a:xfrm>
          <a:custGeom>
            <a:avLst/>
            <a:gdLst/>
            <a:ahLst/>
            <a:cxnLst/>
            <a:rect l="l" t="t" r="r" b="b"/>
            <a:pathLst>
              <a:path w="34925" h="7620">
                <a:moveTo>
                  <a:pt x="34310" y="7424"/>
                </a:moveTo>
                <a:lnTo>
                  <a:pt x="0" y="7424"/>
                </a:lnTo>
                <a:lnTo>
                  <a:pt x="0" y="0"/>
                </a:lnTo>
                <a:lnTo>
                  <a:pt x="34310" y="0"/>
                </a:lnTo>
                <a:lnTo>
                  <a:pt x="34310" y="7424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4" name="bg object 5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18136" y="8163738"/>
            <a:ext cx="152506" cy="152506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21206" y="8163738"/>
            <a:ext cx="152517" cy="152506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4204413" y="8181331"/>
            <a:ext cx="174625" cy="74930"/>
          </a:xfrm>
          <a:custGeom>
            <a:avLst/>
            <a:gdLst/>
            <a:ahLst/>
            <a:cxnLst/>
            <a:rect l="l" t="t" r="r" b="b"/>
            <a:pathLst>
              <a:path w="174625" h="74929">
                <a:moveTo>
                  <a:pt x="174215" y="74569"/>
                </a:moveTo>
                <a:lnTo>
                  <a:pt x="0" y="74569"/>
                </a:lnTo>
                <a:lnTo>
                  <a:pt x="0" y="0"/>
                </a:lnTo>
                <a:lnTo>
                  <a:pt x="174215" y="0"/>
                </a:lnTo>
                <a:lnTo>
                  <a:pt x="174215" y="74569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bg object 57"/>
          <p:cNvSpPr/>
          <p:nvPr/>
        </p:nvSpPr>
        <p:spPr>
          <a:xfrm>
            <a:off x="2522705" y="8629961"/>
            <a:ext cx="882015" cy="254000"/>
          </a:xfrm>
          <a:custGeom>
            <a:avLst/>
            <a:gdLst/>
            <a:ahLst/>
            <a:cxnLst/>
            <a:rect l="l" t="t" r="r" b="b"/>
            <a:pathLst>
              <a:path w="882014" h="254000">
                <a:moveTo>
                  <a:pt x="881789" y="253673"/>
                </a:moveTo>
                <a:lnTo>
                  <a:pt x="317" y="253673"/>
                </a:lnTo>
                <a:lnTo>
                  <a:pt x="0" y="236395"/>
                </a:lnTo>
                <a:lnTo>
                  <a:pt x="0" y="230368"/>
                </a:lnTo>
                <a:lnTo>
                  <a:pt x="827" y="185392"/>
                </a:lnTo>
                <a:lnTo>
                  <a:pt x="3455" y="137847"/>
                </a:lnTo>
                <a:lnTo>
                  <a:pt x="7187" y="97397"/>
                </a:lnTo>
                <a:lnTo>
                  <a:pt x="256246" y="97397"/>
                </a:lnTo>
                <a:lnTo>
                  <a:pt x="260136" y="82178"/>
                </a:lnTo>
                <a:lnTo>
                  <a:pt x="270760" y="48698"/>
                </a:lnTo>
                <a:lnTo>
                  <a:pt x="286552" y="15218"/>
                </a:lnTo>
                <a:lnTo>
                  <a:pt x="305948" y="0"/>
                </a:lnTo>
                <a:lnTo>
                  <a:pt x="561224" y="0"/>
                </a:lnTo>
                <a:lnTo>
                  <a:pt x="587595" y="14694"/>
                </a:lnTo>
                <a:lnTo>
                  <a:pt x="623466" y="47021"/>
                </a:lnTo>
                <a:lnTo>
                  <a:pt x="655079" y="79348"/>
                </a:lnTo>
                <a:lnTo>
                  <a:pt x="668674" y="94042"/>
                </a:lnTo>
                <a:lnTo>
                  <a:pt x="692261" y="96478"/>
                </a:lnTo>
                <a:lnTo>
                  <a:pt x="745864" y="102725"/>
                </a:lnTo>
                <a:lnTo>
                  <a:pt x="803752" y="111187"/>
                </a:lnTo>
                <a:lnTo>
                  <a:pt x="844679" y="123850"/>
                </a:lnTo>
                <a:lnTo>
                  <a:pt x="864109" y="165673"/>
                </a:lnTo>
                <a:lnTo>
                  <a:pt x="874955" y="208770"/>
                </a:lnTo>
                <a:lnTo>
                  <a:pt x="880975" y="247096"/>
                </a:lnTo>
                <a:lnTo>
                  <a:pt x="881789" y="253673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bg object 58"/>
          <p:cNvSpPr/>
          <p:nvPr/>
        </p:nvSpPr>
        <p:spPr>
          <a:xfrm>
            <a:off x="2981598" y="8646712"/>
            <a:ext cx="107314" cy="83820"/>
          </a:xfrm>
          <a:custGeom>
            <a:avLst/>
            <a:gdLst/>
            <a:ahLst/>
            <a:cxnLst/>
            <a:rect l="l" t="t" r="r" b="b"/>
            <a:pathLst>
              <a:path w="107314" h="83820">
                <a:moveTo>
                  <a:pt x="26240" y="83527"/>
                </a:moveTo>
                <a:lnTo>
                  <a:pt x="0" y="83527"/>
                </a:lnTo>
                <a:lnTo>
                  <a:pt x="0" y="0"/>
                </a:lnTo>
                <a:lnTo>
                  <a:pt x="101490" y="0"/>
                </a:lnTo>
                <a:lnTo>
                  <a:pt x="102942" y="449"/>
                </a:lnTo>
                <a:lnTo>
                  <a:pt x="104822" y="1395"/>
                </a:lnTo>
                <a:lnTo>
                  <a:pt x="107012" y="2743"/>
                </a:lnTo>
                <a:lnTo>
                  <a:pt x="26240" y="83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bg object 59"/>
          <p:cNvSpPr/>
          <p:nvPr/>
        </p:nvSpPr>
        <p:spPr>
          <a:xfrm>
            <a:off x="3007838" y="8649456"/>
            <a:ext cx="165100" cy="81280"/>
          </a:xfrm>
          <a:custGeom>
            <a:avLst/>
            <a:gdLst/>
            <a:ahLst/>
            <a:cxnLst/>
            <a:rect l="l" t="t" r="r" b="b"/>
            <a:pathLst>
              <a:path w="165100" h="81279">
                <a:moveTo>
                  <a:pt x="164680" y="80783"/>
                </a:moveTo>
                <a:lnTo>
                  <a:pt x="0" y="80783"/>
                </a:lnTo>
                <a:lnTo>
                  <a:pt x="80772" y="0"/>
                </a:lnTo>
                <a:lnTo>
                  <a:pt x="96600" y="11941"/>
                </a:lnTo>
                <a:lnTo>
                  <a:pt x="117452" y="30670"/>
                </a:lnTo>
                <a:lnTo>
                  <a:pt x="140941" y="53735"/>
                </a:lnTo>
                <a:lnTo>
                  <a:pt x="164680" y="78685"/>
                </a:lnTo>
                <a:lnTo>
                  <a:pt x="164680" y="80783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bg object 60"/>
          <p:cNvSpPr/>
          <p:nvPr/>
        </p:nvSpPr>
        <p:spPr>
          <a:xfrm>
            <a:off x="2981598" y="8730240"/>
            <a:ext cx="191135" cy="123825"/>
          </a:xfrm>
          <a:custGeom>
            <a:avLst/>
            <a:gdLst/>
            <a:ahLst/>
            <a:cxnLst/>
            <a:rect l="l" t="t" r="r" b="b"/>
            <a:pathLst>
              <a:path w="191135" h="123825">
                <a:moveTo>
                  <a:pt x="167343" y="123245"/>
                </a:moveTo>
                <a:lnTo>
                  <a:pt x="0" y="123245"/>
                </a:lnTo>
                <a:lnTo>
                  <a:pt x="0" y="0"/>
                </a:lnTo>
                <a:lnTo>
                  <a:pt x="190920" y="0"/>
                </a:lnTo>
                <a:lnTo>
                  <a:pt x="167343" y="123245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bg object 61"/>
          <p:cNvSpPr/>
          <p:nvPr/>
        </p:nvSpPr>
        <p:spPr>
          <a:xfrm>
            <a:off x="2795484" y="8646712"/>
            <a:ext cx="153035" cy="83820"/>
          </a:xfrm>
          <a:custGeom>
            <a:avLst/>
            <a:gdLst/>
            <a:ahLst/>
            <a:cxnLst/>
            <a:rect l="l" t="t" r="r" b="b"/>
            <a:pathLst>
              <a:path w="153035" h="83820">
                <a:moveTo>
                  <a:pt x="69450" y="83527"/>
                </a:moveTo>
                <a:lnTo>
                  <a:pt x="0" y="83527"/>
                </a:lnTo>
                <a:lnTo>
                  <a:pt x="7839" y="54795"/>
                </a:lnTo>
                <a:lnTo>
                  <a:pt x="17018" y="29182"/>
                </a:lnTo>
                <a:lnTo>
                  <a:pt x="26233" y="9860"/>
                </a:lnTo>
                <a:lnTo>
                  <a:pt x="34183" y="0"/>
                </a:lnTo>
                <a:lnTo>
                  <a:pt x="152978" y="0"/>
                </a:lnTo>
                <a:lnTo>
                  <a:pt x="69450" y="83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bg object 62"/>
          <p:cNvSpPr/>
          <p:nvPr/>
        </p:nvSpPr>
        <p:spPr>
          <a:xfrm>
            <a:off x="2864935" y="8646712"/>
            <a:ext cx="101600" cy="83820"/>
          </a:xfrm>
          <a:custGeom>
            <a:avLst/>
            <a:gdLst/>
            <a:ahLst/>
            <a:cxnLst/>
            <a:rect l="l" t="t" r="r" b="b"/>
            <a:pathLst>
              <a:path w="101600" h="83820">
                <a:moveTo>
                  <a:pt x="101593" y="83527"/>
                </a:moveTo>
                <a:lnTo>
                  <a:pt x="0" y="83527"/>
                </a:lnTo>
                <a:lnTo>
                  <a:pt x="83527" y="0"/>
                </a:lnTo>
                <a:lnTo>
                  <a:pt x="101593" y="0"/>
                </a:lnTo>
                <a:lnTo>
                  <a:pt x="101593" y="83527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bg object 63"/>
          <p:cNvSpPr/>
          <p:nvPr/>
        </p:nvSpPr>
        <p:spPr>
          <a:xfrm>
            <a:off x="2795484" y="8730240"/>
            <a:ext cx="171450" cy="123825"/>
          </a:xfrm>
          <a:custGeom>
            <a:avLst/>
            <a:gdLst/>
            <a:ahLst/>
            <a:cxnLst/>
            <a:rect l="l" t="t" r="r" b="b"/>
            <a:pathLst>
              <a:path w="171450" h="123825">
                <a:moveTo>
                  <a:pt x="171044" y="123245"/>
                </a:moveTo>
                <a:lnTo>
                  <a:pt x="37769" y="123245"/>
                </a:lnTo>
                <a:lnTo>
                  <a:pt x="5872" y="19368"/>
                </a:lnTo>
                <a:lnTo>
                  <a:pt x="0" y="0"/>
                </a:lnTo>
                <a:lnTo>
                  <a:pt x="171044" y="0"/>
                </a:lnTo>
                <a:lnTo>
                  <a:pt x="171044" y="123245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bg object 64"/>
          <p:cNvSpPr/>
          <p:nvPr/>
        </p:nvSpPr>
        <p:spPr>
          <a:xfrm>
            <a:off x="3345529" y="8776287"/>
            <a:ext cx="47625" cy="40640"/>
          </a:xfrm>
          <a:custGeom>
            <a:avLst/>
            <a:gdLst/>
            <a:ahLst/>
            <a:cxnLst/>
            <a:rect l="l" t="t" r="r" b="b"/>
            <a:pathLst>
              <a:path w="47625" h="40640">
                <a:moveTo>
                  <a:pt x="41553" y="40371"/>
                </a:moveTo>
                <a:lnTo>
                  <a:pt x="3230" y="12013"/>
                </a:lnTo>
                <a:lnTo>
                  <a:pt x="0" y="3470"/>
                </a:lnTo>
                <a:lnTo>
                  <a:pt x="6576" y="0"/>
                </a:lnTo>
                <a:lnTo>
                  <a:pt x="34454" y="0"/>
                </a:lnTo>
                <a:lnTo>
                  <a:pt x="37971" y="9341"/>
                </a:lnTo>
                <a:lnTo>
                  <a:pt x="41285" y="19347"/>
                </a:lnTo>
                <a:lnTo>
                  <a:pt x="44382" y="29735"/>
                </a:lnTo>
                <a:lnTo>
                  <a:pt x="47251" y="40224"/>
                </a:lnTo>
                <a:lnTo>
                  <a:pt x="41553" y="40371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bg object 65"/>
          <p:cNvSpPr/>
          <p:nvPr/>
        </p:nvSpPr>
        <p:spPr>
          <a:xfrm>
            <a:off x="2815564" y="8696109"/>
            <a:ext cx="357505" cy="53975"/>
          </a:xfrm>
          <a:custGeom>
            <a:avLst/>
            <a:gdLst/>
            <a:ahLst/>
            <a:cxnLst/>
            <a:rect l="l" t="t" r="r" b="b"/>
            <a:pathLst>
              <a:path w="357505" h="53975">
                <a:moveTo>
                  <a:pt x="41211" y="45808"/>
                </a:moveTo>
                <a:lnTo>
                  <a:pt x="0" y="45808"/>
                </a:lnTo>
                <a:lnTo>
                  <a:pt x="0" y="53708"/>
                </a:lnTo>
                <a:lnTo>
                  <a:pt x="41211" y="53708"/>
                </a:lnTo>
                <a:lnTo>
                  <a:pt x="41211" y="45808"/>
                </a:lnTo>
                <a:close/>
              </a:path>
              <a:path w="357505" h="53975">
                <a:moveTo>
                  <a:pt x="218351" y="45808"/>
                </a:moveTo>
                <a:lnTo>
                  <a:pt x="177114" y="45808"/>
                </a:lnTo>
                <a:lnTo>
                  <a:pt x="177114" y="53708"/>
                </a:lnTo>
                <a:lnTo>
                  <a:pt x="218351" y="53708"/>
                </a:lnTo>
                <a:lnTo>
                  <a:pt x="218351" y="45808"/>
                </a:lnTo>
                <a:close/>
              </a:path>
              <a:path w="357505" h="53975">
                <a:moveTo>
                  <a:pt x="357200" y="28028"/>
                </a:moveTo>
                <a:lnTo>
                  <a:pt x="327063" y="3708"/>
                </a:lnTo>
                <a:lnTo>
                  <a:pt x="298157" y="0"/>
                </a:lnTo>
                <a:lnTo>
                  <a:pt x="288759" y="1739"/>
                </a:lnTo>
                <a:lnTo>
                  <a:pt x="286258" y="8966"/>
                </a:lnTo>
                <a:lnTo>
                  <a:pt x="288455" y="20662"/>
                </a:lnTo>
                <a:lnTo>
                  <a:pt x="293827" y="32181"/>
                </a:lnTo>
                <a:lnTo>
                  <a:pt x="300850" y="38874"/>
                </a:lnTo>
                <a:lnTo>
                  <a:pt x="312661" y="41262"/>
                </a:lnTo>
                <a:lnTo>
                  <a:pt x="329641" y="42265"/>
                </a:lnTo>
                <a:lnTo>
                  <a:pt x="346036" y="40805"/>
                </a:lnTo>
                <a:lnTo>
                  <a:pt x="356120" y="35814"/>
                </a:lnTo>
                <a:lnTo>
                  <a:pt x="357200" y="2802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bg object 66"/>
          <p:cNvSpPr/>
          <p:nvPr/>
        </p:nvSpPr>
        <p:spPr>
          <a:xfrm>
            <a:off x="2522815" y="8844885"/>
            <a:ext cx="891540" cy="60960"/>
          </a:xfrm>
          <a:custGeom>
            <a:avLst/>
            <a:gdLst/>
            <a:ahLst/>
            <a:cxnLst/>
            <a:rect l="l" t="t" r="r" b="b"/>
            <a:pathLst>
              <a:path w="891539" h="60959">
                <a:moveTo>
                  <a:pt x="871937" y="60711"/>
                </a:moveTo>
                <a:lnTo>
                  <a:pt x="612" y="60711"/>
                </a:lnTo>
                <a:lnTo>
                  <a:pt x="53" y="30355"/>
                </a:lnTo>
                <a:lnTo>
                  <a:pt x="0" y="9486"/>
                </a:lnTo>
                <a:lnTo>
                  <a:pt x="174" y="0"/>
                </a:lnTo>
                <a:lnTo>
                  <a:pt x="113557" y="0"/>
                </a:lnTo>
                <a:lnTo>
                  <a:pt x="113557" y="35728"/>
                </a:lnTo>
                <a:lnTo>
                  <a:pt x="888209" y="35728"/>
                </a:lnTo>
                <a:lnTo>
                  <a:pt x="882458" y="51225"/>
                </a:lnTo>
                <a:lnTo>
                  <a:pt x="871937" y="60711"/>
                </a:lnTo>
                <a:close/>
              </a:path>
              <a:path w="891539" h="60959">
                <a:moveTo>
                  <a:pt x="888209" y="35728"/>
                </a:moveTo>
                <a:lnTo>
                  <a:pt x="687853" y="35728"/>
                </a:lnTo>
                <a:lnTo>
                  <a:pt x="687853" y="0"/>
                </a:lnTo>
                <a:lnTo>
                  <a:pt x="881345" y="0"/>
                </a:lnTo>
                <a:lnTo>
                  <a:pt x="891167" y="9486"/>
                </a:lnTo>
                <a:lnTo>
                  <a:pt x="890203" y="30355"/>
                </a:lnTo>
                <a:lnTo>
                  <a:pt x="888209" y="35728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7" name="bg object 6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04621" y="8811693"/>
            <a:ext cx="187658" cy="170076"/>
          </a:xfrm>
          <a:prstGeom prst="rect">
            <a:avLst/>
          </a:prstGeom>
        </p:spPr>
      </p:pic>
      <p:pic>
        <p:nvPicPr>
          <p:cNvPr id="68" name="bg object 6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52666" y="8811693"/>
            <a:ext cx="187646" cy="170076"/>
          </a:xfrm>
          <a:prstGeom prst="rect">
            <a:avLst/>
          </a:prstGeom>
        </p:spPr>
      </p:pic>
      <p:sp>
        <p:nvSpPr>
          <p:cNvPr id="69" name="bg object 69"/>
          <p:cNvSpPr/>
          <p:nvPr/>
        </p:nvSpPr>
        <p:spPr>
          <a:xfrm>
            <a:off x="2728557" y="9559847"/>
            <a:ext cx="617220" cy="58419"/>
          </a:xfrm>
          <a:custGeom>
            <a:avLst/>
            <a:gdLst/>
            <a:ahLst/>
            <a:cxnLst/>
            <a:rect l="l" t="t" r="r" b="b"/>
            <a:pathLst>
              <a:path w="617220" h="58420">
                <a:moveTo>
                  <a:pt x="617024" y="58198"/>
                </a:moveTo>
                <a:lnTo>
                  <a:pt x="40361" y="58198"/>
                </a:lnTo>
                <a:lnTo>
                  <a:pt x="25418" y="37663"/>
                </a:lnTo>
                <a:lnTo>
                  <a:pt x="324" y="518"/>
                </a:lnTo>
                <a:lnTo>
                  <a:pt x="0" y="0"/>
                </a:lnTo>
                <a:lnTo>
                  <a:pt x="617024" y="0"/>
                </a:lnTo>
                <a:lnTo>
                  <a:pt x="617024" y="58198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bg object 70"/>
          <p:cNvSpPr/>
          <p:nvPr/>
        </p:nvSpPr>
        <p:spPr>
          <a:xfrm>
            <a:off x="2542305" y="9087121"/>
            <a:ext cx="381635" cy="473075"/>
          </a:xfrm>
          <a:custGeom>
            <a:avLst/>
            <a:gdLst/>
            <a:ahLst/>
            <a:cxnLst/>
            <a:rect l="l" t="t" r="r" b="b"/>
            <a:pathLst>
              <a:path w="381635" h="473075">
                <a:moveTo>
                  <a:pt x="381209" y="472725"/>
                </a:moveTo>
                <a:lnTo>
                  <a:pt x="186251" y="472725"/>
                </a:lnTo>
                <a:lnTo>
                  <a:pt x="162763" y="435188"/>
                </a:lnTo>
                <a:lnTo>
                  <a:pt x="140262" y="396255"/>
                </a:lnTo>
                <a:lnTo>
                  <a:pt x="119104" y="356473"/>
                </a:lnTo>
                <a:lnTo>
                  <a:pt x="99320" y="315874"/>
                </a:lnTo>
                <a:lnTo>
                  <a:pt x="80941" y="274489"/>
                </a:lnTo>
                <a:lnTo>
                  <a:pt x="63998" y="232349"/>
                </a:lnTo>
                <a:lnTo>
                  <a:pt x="48521" y="189485"/>
                </a:lnTo>
                <a:lnTo>
                  <a:pt x="34543" y="145927"/>
                </a:lnTo>
                <a:lnTo>
                  <a:pt x="22093" y="101707"/>
                </a:lnTo>
                <a:lnTo>
                  <a:pt x="11202" y="56856"/>
                </a:lnTo>
                <a:lnTo>
                  <a:pt x="1902" y="11404"/>
                </a:lnTo>
                <a:lnTo>
                  <a:pt x="0" y="0"/>
                </a:lnTo>
                <a:lnTo>
                  <a:pt x="381209" y="0"/>
                </a:lnTo>
                <a:lnTo>
                  <a:pt x="381209" y="472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bg object 71"/>
          <p:cNvSpPr/>
          <p:nvPr/>
        </p:nvSpPr>
        <p:spPr>
          <a:xfrm>
            <a:off x="2923514" y="9087129"/>
            <a:ext cx="796925" cy="473075"/>
          </a:xfrm>
          <a:custGeom>
            <a:avLst/>
            <a:gdLst/>
            <a:ahLst/>
            <a:cxnLst/>
            <a:rect l="l" t="t" r="r" b="b"/>
            <a:pathLst>
              <a:path w="796925" h="473075">
                <a:moveTo>
                  <a:pt x="796925" y="290664"/>
                </a:moveTo>
                <a:lnTo>
                  <a:pt x="0" y="290664"/>
                </a:lnTo>
                <a:lnTo>
                  <a:pt x="0" y="472719"/>
                </a:lnTo>
                <a:lnTo>
                  <a:pt x="796925" y="472719"/>
                </a:lnTo>
                <a:lnTo>
                  <a:pt x="796925" y="290664"/>
                </a:lnTo>
                <a:close/>
              </a:path>
              <a:path w="796925" h="473075">
                <a:moveTo>
                  <a:pt x="796925" y="0"/>
                </a:moveTo>
                <a:lnTo>
                  <a:pt x="0" y="0"/>
                </a:lnTo>
                <a:lnTo>
                  <a:pt x="0" y="121767"/>
                </a:lnTo>
                <a:lnTo>
                  <a:pt x="796925" y="121767"/>
                </a:lnTo>
                <a:lnTo>
                  <a:pt x="796925" y="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bg object 72"/>
          <p:cNvSpPr/>
          <p:nvPr/>
        </p:nvSpPr>
        <p:spPr>
          <a:xfrm>
            <a:off x="2570046" y="9208891"/>
            <a:ext cx="353695" cy="168910"/>
          </a:xfrm>
          <a:custGeom>
            <a:avLst/>
            <a:gdLst/>
            <a:ahLst/>
            <a:cxnLst/>
            <a:rect l="l" t="t" r="r" b="b"/>
            <a:pathLst>
              <a:path w="353694" h="168909">
                <a:moveTo>
                  <a:pt x="353468" y="168900"/>
                </a:moveTo>
                <a:lnTo>
                  <a:pt x="60385" y="168900"/>
                </a:lnTo>
                <a:lnTo>
                  <a:pt x="53199" y="152720"/>
                </a:lnTo>
                <a:lnTo>
                  <a:pt x="36256" y="110579"/>
                </a:lnTo>
                <a:lnTo>
                  <a:pt x="20780" y="67715"/>
                </a:lnTo>
                <a:lnTo>
                  <a:pt x="6801" y="24158"/>
                </a:lnTo>
                <a:lnTo>
                  <a:pt x="0" y="0"/>
                </a:lnTo>
                <a:lnTo>
                  <a:pt x="353468" y="0"/>
                </a:lnTo>
                <a:lnTo>
                  <a:pt x="353468" y="168900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bg object 73"/>
          <p:cNvSpPr/>
          <p:nvPr/>
        </p:nvSpPr>
        <p:spPr>
          <a:xfrm>
            <a:off x="2923514" y="9208891"/>
            <a:ext cx="797560" cy="168910"/>
          </a:xfrm>
          <a:custGeom>
            <a:avLst/>
            <a:gdLst/>
            <a:ahLst/>
            <a:cxnLst/>
            <a:rect l="l" t="t" r="r" b="b"/>
            <a:pathLst>
              <a:path w="797560" h="168909">
                <a:moveTo>
                  <a:pt x="796933" y="168900"/>
                </a:moveTo>
                <a:lnTo>
                  <a:pt x="0" y="168900"/>
                </a:lnTo>
                <a:lnTo>
                  <a:pt x="0" y="0"/>
                </a:lnTo>
                <a:lnTo>
                  <a:pt x="796933" y="0"/>
                </a:lnTo>
                <a:lnTo>
                  <a:pt x="796933" y="168900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bg object 74"/>
          <p:cNvSpPr/>
          <p:nvPr/>
        </p:nvSpPr>
        <p:spPr>
          <a:xfrm>
            <a:off x="3331377" y="9590987"/>
            <a:ext cx="404495" cy="80010"/>
          </a:xfrm>
          <a:custGeom>
            <a:avLst/>
            <a:gdLst/>
            <a:ahLst/>
            <a:cxnLst/>
            <a:rect l="l" t="t" r="r" b="b"/>
            <a:pathLst>
              <a:path w="404495" h="80009">
                <a:moveTo>
                  <a:pt x="316356" y="79596"/>
                </a:moveTo>
                <a:lnTo>
                  <a:pt x="71399" y="79596"/>
                </a:lnTo>
                <a:lnTo>
                  <a:pt x="0" y="14826"/>
                </a:lnTo>
                <a:lnTo>
                  <a:pt x="0" y="0"/>
                </a:lnTo>
                <a:lnTo>
                  <a:pt x="404081" y="0"/>
                </a:lnTo>
                <a:lnTo>
                  <a:pt x="316356" y="79596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bg object 75"/>
          <p:cNvSpPr/>
          <p:nvPr/>
        </p:nvSpPr>
        <p:spPr>
          <a:xfrm>
            <a:off x="3273663" y="9559847"/>
            <a:ext cx="488315" cy="106045"/>
          </a:xfrm>
          <a:custGeom>
            <a:avLst/>
            <a:gdLst/>
            <a:ahLst/>
            <a:cxnLst/>
            <a:rect l="l" t="t" r="r" b="b"/>
            <a:pathLst>
              <a:path w="488314" h="106045">
                <a:moveTo>
                  <a:pt x="39659" y="105629"/>
                </a:moveTo>
                <a:lnTo>
                  <a:pt x="0" y="105629"/>
                </a:lnTo>
                <a:lnTo>
                  <a:pt x="68367" y="0"/>
                </a:lnTo>
                <a:lnTo>
                  <a:pt x="488093" y="0"/>
                </a:lnTo>
                <a:lnTo>
                  <a:pt x="488093" y="31139"/>
                </a:lnTo>
                <a:lnTo>
                  <a:pt x="90214" y="31139"/>
                </a:lnTo>
                <a:lnTo>
                  <a:pt x="39659" y="105629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bg object 76"/>
          <p:cNvSpPr/>
          <p:nvPr/>
        </p:nvSpPr>
        <p:spPr>
          <a:xfrm>
            <a:off x="3794141" y="9280406"/>
            <a:ext cx="271145" cy="311150"/>
          </a:xfrm>
          <a:custGeom>
            <a:avLst/>
            <a:gdLst/>
            <a:ahLst/>
            <a:cxnLst/>
            <a:rect l="l" t="t" r="r" b="b"/>
            <a:pathLst>
              <a:path w="271145" h="311150">
                <a:moveTo>
                  <a:pt x="27035" y="310580"/>
                </a:moveTo>
                <a:lnTo>
                  <a:pt x="0" y="310580"/>
                </a:lnTo>
                <a:lnTo>
                  <a:pt x="0" y="0"/>
                </a:lnTo>
                <a:lnTo>
                  <a:pt x="270955" y="0"/>
                </a:lnTo>
                <a:lnTo>
                  <a:pt x="270955" y="66660"/>
                </a:lnTo>
                <a:lnTo>
                  <a:pt x="27035" y="31058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bg object 77"/>
          <p:cNvSpPr/>
          <p:nvPr/>
        </p:nvSpPr>
        <p:spPr>
          <a:xfrm>
            <a:off x="3821177" y="9347067"/>
            <a:ext cx="244475" cy="244475"/>
          </a:xfrm>
          <a:custGeom>
            <a:avLst/>
            <a:gdLst/>
            <a:ahLst/>
            <a:cxnLst/>
            <a:rect l="l" t="t" r="r" b="b"/>
            <a:pathLst>
              <a:path w="244475" h="244475">
                <a:moveTo>
                  <a:pt x="243919" y="243919"/>
                </a:moveTo>
                <a:lnTo>
                  <a:pt x="0" y="243919"/>
                </a:lnTo>
                <a:lnTo>
                  <a:pt x="243919" y="0"/>
                </a:lnTo>
                <a:lnTo>
                  <a:pt x="243919" y="243919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bg object 78"/>
          <p:cNvSpPr/>
          <p:nvPr/>
        </p:nvSpPr>
        <p:spPr>
          <a:xfrm>
            <a:off x="4065097" y="9280406"/>
            <a:ext cx="422909" cy="311150"/>
          </a:xfrm>
          <a:custGeom>
            <a:avLst/>
            <a:gdLst/>
            <a:ahLst/>
            <a:cxnLst/>
            <a:rect l="l" t="t" r="r" b="b"/>
            <a:pathLst>
              <a:path w="422910" h="311150">
                <a:moveTo>
                  <a:pt x="422838" y="310580"/>
                </a:moveTo>
                <a:lnTo>
                  <a:pt x="0" y="310580"/>
                </a:lnTo>
                <a:lnTo>
                  <a:pt x="0" y="0"/>
                </a:lnTo>
                <a:lnTo>
                  <a:pt x="119556" y="0"/>
                </a:lnTo>
                <a:lnTo>
                  <a:pt x="124410" y="4818"/>
                </a:lnTo>
                <a:lnTo>
                  <a:pt x="156900" y="44567"/>
                </a:lnTo>
                <a:lnTo>
                  <a:pt x="180302" y="80299"/>
                </a:lnTo>
                <a:lnTo>
                  <a:pt x="206763" y="129198"/>
                </a:lnTo>
                <a:lnTo>
                  <a:pt x="216319" y="149900"/>
                </a:lnTo>
                <a:lnTo>
                  <a:pt x="230156" y="151794"/>
                </a:lnTo>
                <a:lnTo>
                  <a:pt x="312686" y="165386"/>
                </a:lnTo>
                <a:lnTo>
                  <a:pt x="362599" y="176048"/>
                </a:lnTo>
                <a:lnTo>
                  <a:pt x="411892" y="189371"/>
                </a:lnTo>
                <a:lnTo>
                  <a:pt x="422838" y="193964"/>
                </a:lnTo>
                <a:lnTo>
                  <a:pt x="422838" y="31058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bg object 79"/>
          <p:cNvSpPr/>
          <p:nvPr/>
        </p:nvSpPr>
        <p:spPr>
          <a:xfrm>
            <a:off x="4487935" y="9474370"/>
            <a:ext cx="22860" cy="116839"/>
          </a:xfrm>
          <a:custGeom>
            <a:avLst/>
            <a:gdLst/>
            <a:ahLst/>
            <a:cxnLst/>
            <a:rect l="l" t="t" r="r" b="b"/>
            <a:pathLst>
              <a:path w="22860" h="116840">
                <a:moveTo>
                  <a:pt x="22804" y="116685"/>
                </a:moveTo>
                <a:lnTo>
                  <a:pt x="22251" y="116616"/>
                </a:lnTo>
                <a:lnTo>
                  <a:pt x="0" y="116616"/>
                </a:lnTo>
                <a:lnTo>
                  <a:pt x="0" y="0"/>
                </a:lnTo>
                <a:lnTo>
                  <a:pt x="10640" y="7071"/>
                </a:lnTo>
                <a:lnTo>
                  <a:pt x="17692" y="16165"/>
                </a:lnTo>
                <a:lnTo>
                  <a:pt x="21600" y="28114"/>
                </a:lnTo>
                <a:lnTo>
                  <a:pt x="22804" y="43752"/>
                </a:lnTo>
                <a:lnTo>
                  <a:pt x="22804" y="116685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0" name="bg object 80"/>
          <p:cNvSpPr/>
          <p:nvPr/>
        </p:nvSpPr>
        <p:spPr>
          <a:xfrm>
            <a:off x="3794153" y="9590963"/>
            <a:ext cx="743585" cy="90170"/>
          </a:xfrm>
          <a:custGeom>
            <a:avLst/>
            <a:gdLst/>
            <a:ahLst/>
            <a:cxnLst/>
            <a:rect l="l" t="t" r="r" b="b"/>
            <a:pathLst>
              <a:path w="743585" h="90170">
                <a:moveTo>
                  <a:pt x="718881" y="89765"/>
                </a:moveTo>
                <a:lnTo>
                  <a:pt x="0" y="89765"/>
                </a:lnTo>
                <a:lnTo>
                  <a:pt x="0" y="0"/>
                </a:lnTo>
                <a:lnTo>
                  <a:pt x="716033" y="0"/>
                </a:lnTo>
                <a:lnTo>
                  <a:pt x="716299" y="80"/>
                </a:lnTo>
                <a:lnTo>
                  <a:pt x="716575" y="80"/>
                </a:lnTo>
                <a:lnTo>
                  <a:pt x="727755" y="4178"/>
                </a:lnTo>
                <a:lnTo>
                  <a:pt x="736216" y="14141"/>
                </a:lnTo>
                <a:lnTo>
                  <a:pt x="741489" y="28136"/>
                </a:lnTo>
                <a:lnTo>
                  <a:pt x="743104" y="44329"/>
                </a:lnTo>
                <a:lnTo>
                  <a:pt x="742545" y="57483"/>
                </a:lnTo>
                <a:lnTo>
                  <a:pt x="739821" y="72429"/>
                </a:lnTo>
                <a:lnTo>
                  <a:pt x="732682" y="84684"/>
                </a:lnTo>
                <a:lnTo>
                  <a:pt x="718881" y="89765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1" name="bg object 8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19125" y="9311131"/>
            <a:ext cx="163066" cy="81291"/>
          </a:xfrm>
          <a:prstGeom prst="rect">
            <a:avLst/>
          </a:prstGeom>
        </p:spPr>
      </p:pic>
      <p:pic>
        <p:nvPicPr>
          <p:cNvPr id="82" name="bg object 8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36375" y="9474370"/>
            <a:ext cx="151560" cy="116616"/>
          </a:xfrm>
          <a:prstGeom prst="rect">
            <a:avLst/>
          </a:prstGeom>
        </p:spPr>
      </p:pic>
      <p:pic>
        <p:nvPicPr>
          <p:cNvPr id="83" name="bg object 8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84062" y="9300605"/>
            <a:ext cx="174445" cy="272569"/>
          </a:xfrm>
          <a:prstGeom prst="rect">
            <a:avLst/>
          </a:prstGeom>
        </p:spPr>
      </p:pic>
      <p:sp>
        <p:nvSpPr>
          <p:cNvPr id="84" name="bg object 84"/>
          <p:cNvSpPr/>
          <p:nvPr/>
        </p:nvSpPr>
        <p:spPr>
          <a:xfrm>
            <a:off x="3794141" y="9172287"/>
            <a:ext cx="390525" cy="108585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390511" y="108119"/>
                </a:moveTo>
                <a:lnTo>
                  <a:pt x="0" y="108119"/>
                </a:lnTo>
                <a:lnTo>
                  <a:pt x="0" y="0"/>
                </a:lnTo>
                <a:lnTo>
                  <a:pt x="164150" y="0"/>
                </a:lnTo>
                <a:lnTo>
                  <a:pt x="203772" y="5607"/>
                </a:lnTo>
                <a:lnTo>
                  <a:pt x="251355" y="21147"/>
                </a:lnTo>
                <a:lnTo>
                  <a:pt x="301762" y="44695"/>
                </a:lnTo>
                <a:lnTo>
                  <a:pt x="349860" y="74327"/>
                </a:lnTo>
                <a:lnTo>
                  <a:pt x="390511" y="108119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5" name="bg object 85"/>
          <p:cNvSpPr/>
          <p:nvPr/>
        </p:nvSpPr>
        <p:spPr>
          <a:xfrm>
            <a:off x="3625862" y="9314523"/>
            <a:ext cx="168275" cy="316865"/>
          </a:xfrm>
          <a:custGeom>
            <a:avLst/>
            <a:gdLst/>
            <a:ahLst/>
            <a:cxnLst/>
            <a:rect l="l" t="t" r="r" b="b"/>
            <a:pathLst>
              <a:path w="168275" h="316865">
                <a:moveTo>
                  <a:pt x="168275" y="0"/>
                </a:moveTo>
                <a:lnTo>
                  <a:pt x="135890" y="0"/>
                </a:lnTo>
                <a:lnTo>
                  <a:pt x="135890" y="276466"/>
                </a:lnTo>
                <a:lnTo>
                  <a:pt x="0" y="276466"/>
                </a:lnTo>
                <a:lnTo>
                  <a:pt x="0" y="316814"/>
                </a:lnTo>
                <a:lnTo>
                  <a:pt x="168275" y="316814"/>
                </a:lnTo>
                <a:lnTo>
                  <a:pt x="168275" y="276466"/>
                </a:lnTo>
                <a:lnTo>
                  <a:pt x="168275" y="0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6" name="bg object 86"/>
          <p:cNvSpPr/>
          <p:nvPr/>
        </p:nvSpPr>
        <p:spPr>
          <a:xfrm>
            <a:off x="4098116" y="9442250"/>
            <a:ext cx="41275" cy="8890"/>
          </a:xfrm>
          <a:custGeom>
            <a:avLst/>
            <a:gdLst/>
            <a:ahLst/>
            <a:cxnLst/>
            <a:rect l="l" t="t" r="r" b="b"/>
            <a:pathLst>
              <a:path w="41275" h="8890">
                <a:moveTo>
                  <a:pt x="40951" y="8358"/>
                </a:moveTo>
                <a:lnTo>
                  <a:pt x="0" y="8358"/>
                </a:lnTo>
                <a:lnTo>
                  <a:pt x="0" y="0"/>
                </a:lnTo>
                <a:lnTo>
                  <a:pt x="40951" y="0"/>
                </a:lnTo>
                <a:lnTo>
                  <a:pt x="40951" y="8358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7" name="bg object 8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63970" y="9594330"/>
            <a:ext cx="322570" cy="152506"/>
          </a:xfrm>
          <a:prstGeom prst="rect">
            <a:avLst/>
          </a:prstGeom>
        </p:spPr>
      </p:pic>
      <p:pic>
        <p:nvPicPr>
          <p:cNvPr id="88" name="bg object 8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09763" y="9574489"/>
            <a:ext cx="192212" cy="172347"/>
          </a:xfrm>
          <a:prstGeom prst="rect">
            <a:avLst/>
          </a:prstGeom>
        </p:spPr>
      </p:pic>
      <p:pic>
        <p:nvPicPr>
          <p:cNvPr id="89" name="bg object 8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90313" y="8534223"/>
            <a:ext cx="86827" cy="209932"/>
          </a:xfrm>
          <a:prstGeom prst="rect">
            <a:avLst/>
          </a:prstGeom>
        </p:spPr>
      </p:pic>
      <p:sp>
        <p:nvSpPr>
          <p:cNvPr id="90" name="bg object 90"/>
          <p:cNvSpPr/>
          <p:nvPr/>
        </p:nvSpPr>
        <p:spPr>
          <a:xfrm>
            <a:off x="3671092" y="8378051"/>
            <a:ext cx="21590" cy="271145"/>
          </a:xfrm>
          <a:custGeom>
            <a:avLst/>
            <a:gdLst/>
            <a:ahLst/>
            <a:cxnLst/>
            <a:rect l="l" t="t" r="r" b="b"/>
            <a:pathLst>
              <a:path w="21589" h="271145">
                <a:moveTo>
                  <a:pt x="21536" y="270886"/>
                </a:moveTo>
                <a:lnTo>
                  <a:pt x="0" y="270886"/>
                </a:lnTo>
                <a:lnTo>
                  <a:pt x="6283" y="0"/>
                </a:lnTo>
                <a:lnTo>
                  <a:pt x="15252" y="0"/>
                </a:lnTo>
                <a:lnTo>
                  <a:pt x="21536" y="2708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1" name="bg object 91"/>
          <p:cNvSpPr/>
          <p:nvPr/>
        </p:nvSpPr>
        <p:spPr>
          <a:xfrm>
            <a:off x="3655149" y="8405254"/>
            <a:ext cx="53975" cy="173990"/>
          </a:xfrm>
          <a:custGeom>
            <a:avLst/>
            <a:gdLst/>
            <a:ahLst/>
            <a:cxnLst/>
            <a:rect l="l" t="t" r="r" b="b"/>
            <a:pathLst>
              <a:path w="53975" h="173990">
                <a:moveTo>
                  <a:pt x="45097" y="91782"/>
                </a:moveTo>
                <a:lnTo>
                  <a:pt x="8318" y="91782"/>
                </a:lnTo>
                <a:lnTo>
                  <a:pt x="8318" y="116065"/>
                </a:lnTo>
                <a:lnTo>
                  <a:pt x="45097" y="116065"/>
                </a:lnTo>
                <a:lnTo>
                  <a:pt x="45097" y="91782"/>
                </a:lnTo>
                <a:close/>
              </a:path>
              <a:path w="53975" h="173990">
                <a:moveTo>
                  <a:pt x="53403" y="164846"/>
                </a:moveTo>
                <a:lnTo>
                  <a:pt x="24244" y="164846"/>
                </a:lnTo>
                <a:lnTo>
                  <a:pt x="24244" y="173812"/>
                </a:lnTo>
                <a:lnTo>
                  <a:pt x="53403" y="173812"/>
                </a:lnTo>
                <a:lnTo>
                  <a:pt x="53403" y="164846"/>
                </a:lnTo>
                <a:close/>
              </a:path>
              <a:path w="53975" h="173990">
                <a:moveTo>
                  <a:pt x="53403" y="32588"/>
                </a:moveTo>
                <a:lnTo>
                  <a:pt x="0" y="32588"/>
                </a:lnTo>
                <a:lnTo>
                  <a:pt x="0" y="41541"/>
                </a:lnTo>
                <a:lnTo>
                  <a:pt x="53403" y="41541"/>
                </a:lnTo>
                <a:lnTo>
                  <a:pt x="53403" y="32588"/>
                </a:lnTo>
                <a:close/>
              </a:path>
              <a:path w="53975" h="173990">
                <a:moveTo>
                  <a:pt x="53403" y="0"/>
                </a:moveTo>
                <a:lnTo>
                  <a:pt x="24244" y="0"/>
                </a:lnTo>
                <a:lnTo>
                  <a:pt x="24244" y="8953"/>
                </a:lnTo>
                <a:lnTo>
                  <a:pt x="53403" y="8953"/>
                </a:lnTo>
                <a:lnTo>
                  <a:pt x="53403" y="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2" name="bg object 92"/>
          <p:cNvSpPr/>
          <p:nvPr/>
        </p:nvSpPr>
        <p:spPr>
          <a:xfrm>
            <a:off x="3759517" y="8556688"/>
            <a:ext cx="1200150" cy="47625"/>
          </a:xfrm>
          <a:custGeom>
            <a:avLst/>
            <a:gdLst/>
            <a:ahLst/>
            <a:cxnLst/>
            <a:rect l="l" t="t" r="r" b="b"/>
            <a:pathLst>
              <a:path w="1200150" h="47625">
                <a:moveTo>
                  <a:pt x="1199807" y="0"/>
                </a:moveTo>
                <a:lnTo>
                  <a:pt x="1199807" y="0"/>
                </a:lnTo>
                <a:lnTo>
                  <a:pt x="0" y="0"/>
                </a:lnTo>
                <a:lnTo>
                  <a:pt x="0" y="47434"/>
                </a:lnTo>
                <a:lnTo>
                  <a:pt x="1199807" y="47434"/>
                </a:lnTo>
                <a:lnTo>
                  <a:pt x="1199807" y="0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3" name="bg object 93"/>
          <p:cNvSpPr/>
          <p:nvPr/>
        </p:nvSpPr>
        <p:spPr>
          <a:xfrm>
            <a:off x="4867045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4" name="bg object 94"/>
          <p:cNvSpPr/>
          <p:nvPr/>
        </p:nvSpPr>
        <p:spPr>
          <a:xfrm>
            <a:off x="4867045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5" name="bg object 95"/>
          <p:cNvSpPr/>
          <p:nvPr/>
        </p:nvSpPr>
        <p:spPr>
          <a:xfrm>
            <a:off x="4774743" y="855668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90" y="0"/>
                </a:moveTo>
                <a:lnTo>
                  <a:pt x="0" y="0"/>
                </a:lnTo>
                <a:lnTo>
                  <a:pt x="0" y="47434"/>
                </a:lnTo>
                <a:lnTo>
                  <a:pt x="0" y="113677"/>
                </a:lnTo>
                <a:lnTo>
                  <a:pt x="92290" y="113677"/>
                </a:lnTo>
                <a:lnTo>
                  <a:pt x="92290" y="47434"/>
                </a:lnTo>
                <a:lnTo>
                  <a:pt x="92290" y="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6" name="bg object 96"/>
          <p:cNvSpPr/>
          <p:nvPr/>
        </p:nvSpPr>
        <p:spPr>
          <a:xfrm>
            <a:off x="4682453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bg object 97"/>
          <p:cNvSpPr/>
          <p:nvPr/>
        </p:nvSpPr>
        <p:spPr>
          <a:xfrm>
            <a:off x="4682453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8" name="bg object 98"/>
          <p:cNvSpPr/>
          <p:nvPr/>
        </p:nvSpPr>
        <p:spPr>
          <a:xfrm>
            <a:off x="4590164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9" name="bg object 99"/>
          <p:cNvSpPr/>
          <p:nvPr/>
        </p:nvSpPr>
        <p:spPr>
          <a:xfrm>
            <a:off x="4590164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0" name="bg object 100"/>
          <p:cNvSpPr/>
          <p:nvPr/>
        </p:nvSpPr>
        <p:spPr>
          <a:xfrm>
            <a:off x="4497862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1" name="bg object 101"/>
          <p:cNvSpPr/>
          <p:nvPr/>
        </p:nvSpPr>
        <p:spPr>
          <a:xfrm>
            <a:off x="4497862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2" name="bg object 102"/>
          <p:cNvSpPr/>
          <p:nvPr/>
        </p:nvSpPr>
        <p:spPr>
          <a:xfrm>
            <a:off x="4405572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3" name="bg object 103"/>
          <p:cNvSpPr/>
          <p:nvPr/>
        </p:nvSpPr>
        <p:spPr>
          <a:xfrm>
            <a:off x="4405572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" name="bg object 104"/>
          <p:cNvSpPr/>
          <p:nvPr/>
        </p:nvSpPr>
        <p:spPr>
          <a:xfrm>
            <a:off x="4313282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5" name="bg object 105"/>
          <p:cNvSpPr/>
          <p:nvPr/>
        </p:nvSpPr>
        <p:spPr>
          <a:xfrm>
            <a:off x="4313282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6" name="bg object 106"/>
          <p:cNvSpPr/>
          <p:nvPr/>
        </p:nvSpPr>
        <p:spPr>
          <a:xfrm>
            <a:off x="422098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7" name="bg object 107"/>
          <p:cNvSpPr/>
          <p:nvPr/>
        </p:nvSpPr>
        <p:spPr>
          <a:xfrm>
            <a:off x="422098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8" name="bg object 108"/>
          <p:cNvSpPr/>
          <p:nvPr/>
        </p:nvSpPr>
        <p:spPr>
          <a:xfrm>
            <a:off x="412869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9" name="bg object 109"/>
          <p:cNvSpPr/>
          <p:nvPr/>
        </p:nvSpPr>
        <p:spPr>
          <a:xfrm>
            <a:off x="412869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0" name="bg object 110"/>
          <p:cNvSpPr/>
          <p:nvPr/>
        </p:nvSpPr>
        <p:spPr>
          <a:xfrm>
            <a:off x="4036390" y="855668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90" y="0"/>
                </a:moveTo>
                <a:lnTo>
                  <a:pt x="0" y="0"/>
                </a:lnTo>
                <a:lnTo>
                  <a:pt x="0" y="47434"/>
                </a:lnTo>
                <a:lnTo>
                  <a:pt x="0" y="113677"/>
                </a:lnTo>
                <a:lnTo>
                  <a:pt x="92290" y="113677"/>
                </a:lnTo>
                <a:lnTo>
                  <a:pt x="92290" y="47434"/>
                </a:lnTo>
                <a:lnTo>
                  <a:pt x="92290" y="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1" name="bg object 111"/>
          <p:cNvSpPr/>
          <p:nvPr/>
        </p:nvSpPr>
        <p:spPr>
          <a:xfrm>
            <a:off x="394411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2" name="bg object 112"/>
          <p:cNvSpPr/>
          <p:nvPr/>
        </p:nvSpPr>
        <p:spPr>
          <a:xfrm>
            <a:off x="394411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3" name="bg object 113"/>
          <p:cNvSpPr/>
          <p:nvPr/>
        </p:nvSpPr>
        <p:spPr>
          <a:xfrm>
            <a:off x="385182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bg object 114"/>
          <p:cNvSpPr/>
          <p:nvPr/>
        </p:nvSpPr>
        <p:spPr>
          <a:xfrm>
            <a:off x="385182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5" name="bg object 115"/>
          <p:cNvSpPr/>
          <p:nvPr/>
        </p:nvSpPr>
        <p:spPr>
          <a:xfrm>
            <a:off x="3759519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6" name="bg object 116"/>
          <p:cNvSpPr/>
          <p:nvPr/>
        </p:nvSpPr>
        <p:spPr>
          <a:xfrm>
            <a:off x="3759519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7" name="bg object 117"/>
          <p:cNvSpPr/>
          <p:nvPr/>
        </p:nvSpPr>
        <p:spPr>
          <a:xfrm>
            <a:off x="4867045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8" name="bg object 118"/>
          <p:cNvSpPr/>
          <p:nvPr/>
        </p:nvSpPr>
        <p:spPr>
          <a:xfrm>
            <a:off x="4774755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9" name="bg object 119"/>
          <p:cNvSpPr/>
          <p:nvPr/>
        </p:nvSpPr>
        <p:spPr>
          <a:xfrm>
            <a:off x="4682453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301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301" y="0"/>
                </a:lnTo>
                <a:lnTo>
                  <a:pt x="92301" y="113676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0" name="bg object 120"/>
          <p:cNvSpPr/>
          <p:nvPr/>
        </p:nvSpPr>
        <p:spPr>
          <a:xfrm>
            <a:off x="4590164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1" name="bg object 121"/>
          <p:cNvSpPr/>
          <p:nvPr/>
        </p:nvSpPr>
        <p:spPr>
          <a:xfrm>
            <a:off x="4313275" y="8670366"/>
            <a:ext cx="277495" cy="114300"/>
          </a:xfrm>
          <a:custGeom>
            <a:avLst/>
            <a:gdLst/>
            <a:ahLst/>
            <a:cxnLst/>
            <a:rect l="l" t="t" r="r" b="b"/>
            <a:pathLst>
              <a:path w="277495" h="114300">
                <a:moveTo>
                  <a:pt x="276885" y="0"/>
                </a:moveTo>
                <a:lnTo>
                  <a:pt x="184581" y="0"/>
                </a:lnTo>
                <a:lnTo>
                  <a:pt x="92290" y="0"/>
                </a:lnTo>
                <a:lnTo>
                  <a:pt x="0" y="0"/>
                </a:lnTo>
                <a:lnTo>
                  <a:pt x="0" y="113677"/>
                </a:lnTo>
                <a:lnTo>
                  <a:pt x="92290" y="113677"/>
                </a:lnTo>
                <a:lnTo>
                  <a:pt x="184581" y="113677"/>
                </a:lnTo>
                <a:lnTo>
                  <a:pt x="276885" y="113677"/>
                </a:lnTo>
                <a:lnTo>
                  <a:pt x="276885" y="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2" name="bg object 122"/>
          <p:cNvSpPr/>
          <p:nvPr/>
        </p:nvSpPr>
        <p:spPr>
          <a:xfrm>
            <a:off x="422098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301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301" y="0"/>
                </a:lnTo>
                <a:lnTo>
                  <a:pt x="92301" y="113676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3" name="bg object 123"/>
          <p:cNvSpPr/>
          <p:nvPr/>
        </p:nvSpPr>
        <p:spPr>
          <a:xfrm>
            <a:off x="412869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4" name="bg object 124"/>
          <p:cNvSpPr/>
          <p:nvPr/>
        </p:nvSpPr>
        <p:spPr>
          <a:xfrm>
            <a:off x="403640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5" name="bg object 125"/>
          <p:cNvSpPr/>
          <p:nvPr/>
        </p:nvSpPr>
        <p:spPr>
          <a:xfrm>
            <a:off x="394411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6" name="bg object 126"/>
          <p:cNvSpPr/>
          <p:nvPr/>
        </p:nvSpPr>
        <p:spPr>
          <a:xfrm>
            <a:off x="385182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7" name="bg object 127"/>
          <p:cNvSpPr/>
          <p:nvPr/>
        </p:nvSpPr>
        <p:spPr>
          <a:xfrm>
            <a:off x="3759519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301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301" y="0"/>
                </a:lnTo>
                <a:lnTo>
                  <a:pt x="92301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8" name="bg object 128"/>
          <p:cNvSpPr/>
          <p:nvPr/>
        </p:nvSpPr>
        <p:spPr>
          <a:xfrm>
            <a:off x="4867045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9" name="bg object 129"/>
          <p:cNvSpPr/>
          <p:nvPr/>
        </p:nvSpPr>
        <p:spPr>
          <a:xfrm>
            <a:off x="4867045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0" name="bg object 130"/>
          <p:cNvSpPr/>
          <p:nvPr/>
        </p:nvSpPr>
        <p:spPr>
          <a:xfrm>
            <a:off x="4774755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1" name="bg object 131"/>
          <p:cNvSpPr/>
          <p:nvPr/>
        </p:nvSpPr>
        <p:spPr>
          <a:xfrm>
            <a:off x="4774755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2" name="bg object 132"/>
          <p:cNvSpPr/>
          <p:nvPr/>
        </p:nvSpPr>
        <p:spPr>
          <a:xfrm>
            <a:off x="4682453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3" name="bg object 133"/>
          <p:cNvSpPr/>
          <p:nvPr/>
        </p:nvSpPr>
        <p:spPr>
          <a:xfrm>
            <a:off x="4682453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4" name="bg object 134"/>
          <p:cNvSpPr/>
          <p:nvPr/>
        </p:nvSpPr>
        <p:spPr>
          <a:xfrm>
            <a:off x="4590164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5" name="bg object 135"/>
          <p:cNvSpPr/>
          <p:nvPr/>
        </p:nvSpPr>
        <p:spPr>
          <a:xfrm>
            <a:off x="4590164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6" name="bg object 136"/>
          <p:cNvSpPr/>
          <p:nvPr/>
        </p:nvSpPr>
        <p:spPr>
          <a:xfrm>
            <a:off x="4497862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7" name="bg object 137"/>
          <p:cNvSpPr/>
          <p:nvPr/>
        </p:nvSpPr>
        <p:spPr>
          <a:xfrm>
            <a:off x="4497862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8" name="bg object 138"/>
          <p:cNvSpPr/>
          <p:nvPr/>
        </p:nvSpPr>
        <p:spPr>
          <a:xfrm>
            <a:off x="4405572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9" name="bg object 139"/>
          <p:cNvSpPr/>
          <p:nvPr/>
        </p:nvSpPr>
        <p:spPr>
          <a:xfrm>
            <a:off x="4405572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0" name="bg object 140"/>
          <p:cNvSpPr/>
          <p:nvPr/>
        </p:nvSpPr>
        <p:spPr>
          <a:xfrm>
            <a:off x="4313282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1" name="bg object 141"/>
          <p:cNvSpPr/>
          <p:nvPr/>
        </p:nvSpPr>
        <p:spPr>
          <a:xfrm>
            <a:off x="4313282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2" name="bg object 142"/>
          <p:cNvSpPr/>
          <p:nvPr/>
        </p:nvSpPr>
        <p:spPr>
          <a:xfrm>
            <a:off x="422098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3" name="bg object 143"/>
          <p:cNvSpPr/>
          <p:nvPr/>
        </p:nvSpPr>
        <p:spPr>
          <a:xfrm>
            <a:off x="422098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4" name="bg object 144"/>
          <p:cNvSpPr/>
          <p:nvPr/>
        </p:nvSpPr>
        <p:spPr>
          <a:xfrm>
            <a:off x="412869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5" name="bg object 145"/>
          <p:cNvSpPr/>
          <p:nvPr/>
        </p:nvSpPr>
        <p:spPr>
          <a:xfrm>
            <a:off x="412869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6" name="bg object 146"/>
          <p:cNvSpPr/>
          <p:nvPr/>
        </p:nvSpPr>
        <p:spPr>
          <a:xfrm>
            <a:off x="403640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7" name="bg object 147"/>
          <p:cNvSpPr/>
          <p:nvPr/>
        </p:nvSpPr>
        <p:spPr>
          <a:xfrm>
            <a:off x="403640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8" name="bg object 148"/>
          <p:cNvSpPr/>
          <p:nvPr/>
        </p:nvSpPr>
        <p:spPr>
          <a:xfrm>
            <a:off x="394411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9" name="bg object 149"/>
          <p:cNvSpPr/>
          <p:nvPr/>
        </p:nvSpPr>
        <p:spPr>
          <a:xfrm>
            <a:off x="394411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0" name="bg object 150"/>
          <p:cNvSpPr/>
          <p:nvPr/>
        </p:nvSpPr>
        <p:spPr>
          <a:xfrm>
            <a:off x="385182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1" name="bg object 151"/>
          <p:cNvSpPr/>
          <p:nvPr/>
        </p:nvSpPr>
        <p:spPr>
          <a:xfrm>
            <a:off x="385182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2" name="bg object 152"/>
          <p:cNvSpPr/>
          <p:nvPr/>
        </p:nvSpPr>
        <p:spPr>
          <a:xfrm>
            <a:off x="3759519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3" name="bg object 153"/>
          <p:cNvSpPr/>
          <p:nvPr/>
        </p:nvSpPr>
        <p:spPr>
          <a:xfrm>
            <a:off x="3759519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4" name="bg object 154"/>
          <p:cNvSpPr/>
          <p:nvPr/>
        </p:nvSpPr>
        <p:spPr>
          <a:xfrm>
            <a:off x="4682453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301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301" y="0"/>
                </a:lnTo>
                <a:lnTo>
                  <a:pt x="92301" y="11436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5" name="bg object 155"/>
          <p:cNvSpPr/>
          <p:nvPr/>
        </p:nvSpPr>
        <p:spPr>
          <a:xfrm>
            <a:off x="4590164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6" name="bg object 156"/>
          <p:cNvSpPr/>
          <p:nvPr/>
        </p:nvSpPr>
        <p:spPr>
          <a:xfrm>
            <a:off x="4497862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301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301" y="0"/>
                </a:lnTo>
                <a:lnTo>
                  <a:pt x="92301" y="11436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7" name="bg object 157"/>
          <p:cNvSpPr/>
          <p:nvPr/>
        </p:nvSpPr>
        <p:spPr>
          <a:xfrm>
            <a:off x="4405572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8" name="bg object 158"/>
          <p:cNvSpPr/>
          <p:nvPr/>
        </p:nvSpPr>
        <p:spPr>
          <a:xfrm>
            <a:off x="4313282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9" name="bg object 159"/>
          <p:cNvSpPr/>
          <p:nvPr/>
        </p:nvSpPr>
        <p:spPr>
          <a:xfrm>
            <a:off x="4220981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301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301" y="0"/>
                </a:lnTo>
                <a:lnTo>
                  <a:pt x="92301" y="11436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0" name="bg object 160"/>
          <p:cNvSpPr/>
          <p:nvPr/>
        </p:nvSpPr>
        <p:spPr>
          <a:xfrm>
            <a:off x="4128691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1" name="bg object 161"/>
          <p:cNvSpPr/>
          <p:nvPr/>
        </p:nvSpPr>
        <p:spPr>
          <a:xfrm>
            <a:off x="3724630" y="8670328"/>
            <a:ext cx="1350645" cy="74295"/>
          </a:xfrm>
          <a:custGeom>
            <a:avLst/>
            <a:gdLst/>
            <a:ahLst/>
            <a:cxnLst/>
            <a:rect l="l" t="t" r="r" b="b"/>
            <a:pathLst>
              <a:path w="1350645" h="74295">
                <a:moveTo>
                  <a:pt x="1350073" y="48374"/>
                </a:moveTo>
                <a:lnTo>
                  <a:pt x="1348613" y="37058"/>
                </a:lnTo>
                <a:lnTo>
                  <a:pt x="1316177" y="37058"/>
                </a:lnTo>
                <a:lnTo>
                  <a:pt x="1316177" y="11430"/>
                </a:lnTo>
                <a:lnTo>
                  <a:pt x="1344803" y="11430"/>
                </a:lnTo>
                <a:lnTo>
                  <a:pt x="1344803" y="3810"/>
                </a:lnTo>
                <a:lnTo>
                  <a:pt x="1343990" y="3810"/>
                </a:lnTo>
                <a:lnTo>
                  <a:pt x="1343990" y="0"/>
                </a:lnTo>
                <a:lnTo>
                  <a:pt x="1304848" y="0"/>
                </a:lnTo>
                <a:lnTo>
                  <a:pt x="1304848" y="11430"/>
                </a:lnTo>
                <a:lnTo>
                  <a:pt x="1304848" y="37058"/>
                </a:lnTo>
                <a:lnTo>
                  <a:pt x="1240358" y="37058"/>
                </a:lnTo>
                <a:lnTo>
                  <a:pt x="1240358" y="11430"/>
                </a:lnTo>
                <a:lnTo>
                  <a:pt x="1304848" y="11430"/>
                </a:lnTo>
                <a:lnTo>
                  <a:pt x="1304848" y="0"/>
                </a:lnTo>
                <a:lnTo>
                  <a:pt x="1229042" y="0"/>
                </a:lnTo>
                <a:lnTo>
                  <a:pt x="1229042" y="11430"/>
                </a:lnTo>
                <a:lnTo>
                  <a:pt x="1229042" y="37058"/>
                </a:lnTo>
                <a:lnTo>
                  <a:pt x="1164539" y="37058"/>
                </a:lnTo>
                <a:lnTo>
                  <a:pt x="1164539" y="11430"/>
                </a:lnTo>
                <a:lnTo>
                  <a:pt x="1229042" y="11430"/>
                </a:lnTo>
                <a:lnTo>
                  <a:pt x="1229042" y="0"/>
                </a:lnTo>
                <a:lnTo>
                  <a:pt x="1153223" y="0"/>
                </a:lnTo>
                <a:lnTo>
                  <a:pt x="1153223" y="11430"/>
                </a:lnTo>
                <a:lnTo>
                  <a:pt x="1153223" y="37058"/>
                </a:lnTo>
                <a:lnTo>
                  <a:pt x="1088745" y="37058"/>
                </a:lnTo>
                <a:lnTo>
                  <a:pt x="1088745" y="11430"/>
                </a:lnTo>
                <a:lnTo>
                  <a:pt x="1153223" y="11430"/>
                </a:lnTo>
                <a:lnTo>
                  <a:pt x="1153223" y="0"/>
                </a:lnTo>
                <a:lnTo>
                  <a:pt x="1077404" y="0"/>
                </a:lnTo>
                <a:lnTo>
                  <a:pt x="1077404" y="11430"/>
                </a:lnTo>
                <a:lnTo>
                  <a:pt x="1077404" y="37058"/>
                </a:lnTo>
                <a:lnTo>
                  <a:pt x="1012913" y="37058"/>
                </a:lnTo>
                <a:lnTo>
                  <a:pt x="1012913" y="11430"/>
                </a:lnTo>
                <a:lnTo>
                  <a:pt x="1077404" y="11430"/>
                </a:lnTo>
                <a:lnTo>
                  <a:pt x="1077404" y="0"/>
                </a:lnTo>
                <a:lnTo>
                  <a:pt x="1001598" y="0"/>
                </a:lnTo>
                <a:lnTo>
                  <a:pt x="1001598" y="11430"/>
                </a:lnTo>
                <a:lnTo>
                  <a:pt x="1001598" y="37058"/>
                </a:lnTo>
                <a:lnTo>
                  <a:pt x="937107" y="37058"/>
                </a:lnTo>
                <a:lnTo>
                  <a:pt x="937107" y="11430"/>
                </a:lnTo>
                <a:lnTo>
                  <a:pt x="1001598" y="11430"/>
                </a:lnTo>
                <a:lnTo>
                  <a:pt x="1001598" y="0"/>
                </a:lnTo>
                <a:lnTo>
                  <a:pt x="925791" y="0"/>
                </a:lnTo>
                <a:lnTo>
                  <a:pt x="925791" y="11430"/>
                </a:lnTo>
                <a:lnTo>
                  <a:pt x="925791" y="37058"/>
                </a:lnTo>
                <a:lnTo>
                  <a:pt x="861288" y="37058"/>
                </a:lnTo>
                <a:lnTo>
                  <a:pt x="861288" y="11430"/>
                </a:lnTo>
                <a:lnTo>
                  <a:pt x="925791" y="11430"/>
                </a:lnTo>
                <a:lnTo>
                  <a:pt x="925791" y="0"/>
                </a:lnTo>
                <a:lnTo>
                  <a:pt x="849972" y="0"/>
                </a:lnTo>
                <a:lnTo>
                  <a:pt x="849972" y="11430"/>
                </a:lnTo>
                <a:lnTo>
                  <a:pt x="849972" y="37058"/>
                </a:lnTo>
                <a:lnTo>
                  <a:pt x="785482" y="37058"/>
                </a:lnTo>
                <a:lnTo>
                  <a:pt x="785482" y="11430"/>
                </a:lnTo>
                <a:lnTo>
                  <a:pt x="849972" y="11430"/>
                </a:lnTo>
                <a:lnTo>
                  <a:pt x="849972" y="0"/>
                </a:lnTo>
                <a:lnTo>
                  <a:pt x="774153" y="0"/>
                </a:lnTo>
                <a:lnTo>
                  <a:pt x="774153" y="11430"/>
                </a:lnTo>
                <a:lnTo>
                  <a:pt x="774153" y="37058"/>
                </a:lnTo>
                <a:lnTo>
                  <a:pt x="709650" y="37058"/>
                </a:lnTo>
                <a:lnTo>
                  <a:pt x="709650" y="11430"/>
                </a:lnTo>
                <a:lnTo>
                  <a:pt x="774153" y="11430"/>
                </a:lnTo>
                <a:lnTo>
                  <a:pt x="774153" y="0"/>
                </a:lnTo>
                <a:lnTo>
                  <a:pt x="698347" y="0"/>
                </a:lnTo>
                <a:lnTo>
                  <a:pt x="698347" y="11430"/>
                </a:lnTo>
                <a:lnTo>
                  <a:pt x="698347" y="37058"/>
                </a:lnTo>
                <a:lnTo>
                  <a:pt x="633857" y="37058"/>
                </a:lnTo>
                <a:lnTo>
                  <a:pt x="633857" y="11430"/>
                </a:lnTo>
                <a:lnTo>
                  <a:pt x="698347" y="11430"/>
                </a:lnTo>
                <a:lnTo>
                  <a:pt x="698347" y="0"/>
                </a:lnTo>
                <a:lnTo>
                  <a:pt x="622528" y="0"/>
                </a:lnTo>
                <a:lnTo>
                  <a:pt x="622528" y="11430"/>
                </a:lnTo>
                <a:lnTo>
                  <a:pt x="622528" y="37058"/>
                </a:lnTo>
                <a:lnTo>
                  <a:pt x="558038" y="37058"/>
                </a:lnTo>
                <a:lnTo>
                  <a:pt x="558038" y="11430"/>
                </a:lnTo>
                <a:lnTo>
                  <a:pt x="622528" y="11430"/>
                </a:lnTo>
                <a:lnTo>
                  <a:pt x="622528" y="0"/>
                </a:lnTo>
                <a:lnTo>
                  <a:pt x="546709" y="0"/>
                </a:lnTo>
                <a:lnTo>
                  <a:pt x="546709" y="11430"/>
                </a:lnTo>
                <a:lnTo>
                  <a:pt x="546709" y="37058"/>
                </a:lnTo>
                <a:lnTo>
                  <a:pt x="482219" y="37058"/>
                </a:lnTo>
                <a:lnTo>
                  <a:pt x="482219" y="11430"/>
                </a:lnTo>
                <a:lnTo>
                  <a:pt x="546709" y="11430"/>
                </a:lnTo>
                <a:lnTo>
                  <a:pt x="546709" y="0"/>
                </a:lnTo>
                <a:lnTo>
                  <a:pt x="470903" y="0"/>
                </a:lnTo>
                <a:lnTo>
                  <a:pt x="470903" y="11430"/>
                </a:lnTo>
                <a:lnTo>
                  <a:pt x="470903" y="37058"/>
                </a:lnTo>
                <a:lnTo>
                  <a:pt x="406400" y="37058"/>
                </a:lnTo>
                <a:lnTo>
                  <a:pt x="406400" y="11430"/>
                </a:lnTo>
                <a:lnTo>
                  <a:pt x="470903" y="11430"/>
                </a:lnTo>
                <a:lnTo>
                  <a:pt x="470903" y="0"/>
                </a:lnTo>
                <a:lnTo>
                  <a:pt x="395084" y="0"/>
                </a:lnTo>
                <a:lnTo>
                  <a:pt x="395084" y="11430"/>
                </a:lnTo>
                <a:lnTo>
                  <a:pt x="395084" y="37058"/>
                </a:lnTo>
                <a:lnTo>
                  <a:pt x="330593" y="37058"/>
                </a:lnTo>
                <a:lnTo>
                  <a:pt x="330593" y="11430"/>
                </a:lnTo>
                <a:lnTo>
                  <a:pt x="395084" y="11430"/>
                </a:lnTo>
                <a:lnTo>
                  <a:pt x="395084" y="0"/>
                </a:lnTo>
                <a:lnTo>
                  <a:pt x="319265" y="0"/>
                </a:lnTo>
                <a:lnTo>
                  <a:pt x="319265" y="11430"/>
                </a:lnTo>
                <a:lnTo>
                  <a:pt x="319265" y="37058"/>
                </a:lnTo>
                <a:lnTo>
                  <a:pt x="254774" y="37058"/>
                </a:lnTo>
                <a:lnTo>
                  <a:pt x="254774" y="11430"/>
                </a:lnTo>
                <a:lnTo>
                  <a:pt x="319265" y="11430"/>
                </a:lnTo>
                <a:lnTo>
                  <a:pt x="319265" y="0"/>
                </a:lnTo>
                <a:lnTo>
                  <a:pt x="243459" y="0"/>
                </a:lnTo>
                <a:lnTo>
                  <a:pt x="243459" y="11430"/>
                </a:lnTo>
                <a:lnTo>
                  <a:pt x="243459" y="37058"/>
                </a:lnTo>
                <a:lnTo>
                  <a:pt x="178968" y="37058"/>
                </a:lnTo>
                <a:lnTo>
                  <a:pt x="178968" y="11430"/>
                </a:lnTo>
                <a:lnTo>
                  <a:pt x="243459" y="11430"/>
                </a:lnTo>
                <a:lnTo>
                  <a:pt x="243459" y="0"/>
                </a:lnTo>
                <a:lnTo>
                  <a:pt x="167640" y="0"/>
                </a:lnTo>
                <a:lnTo>
                  <a:pt x="167640" y="11430"/>
                </a:lnTo>
                <a:lnTo>
                  <a:pt x="167640" y="37058"/>
                </a:lnTo>
                <a:lnTo>
                  <a:pt x="103149" y="37058"/>
                </a:lnTo>
                <a:lnTo>
                  <a:pt x="103149" y="11430"/>
                </a:lnTo>
                <a:lnTo>
                  <a:pt x="167640" y="11430"/>
                </a:lnTo>
                <a:lnTo>
                  <a:pt x="167640" y="0"/>
                </a:lnTo>
                <a:lnTo>
                  <a:pt x="0" y="0"/>
                </a:lnTo>
                <a:lnTo>
                  <a:pt x="0" y="3810"/>
                </a:lnTo>
                <a:lnTo>
                  <a:pt x="0" y="11430"/>
                </a:lnTo>
                <a:lnTo>
                  <a:pt x="91821" y="11430"/>
                </a:lnTo>
                <a:lnTo>
                  <a:pt x="91821" y="37058"/>
                </a:lnTo>
                <a:lnTo>
                  <a:pt x="0" y="37058"/>
                </a:lnTo>
                <a:lnTo>
                  <a:pt x="0" y="48374"/>
                </a:lnTo>
                <a:lnTo>
                  <a:pt x="91821" y="48374"/>
                </a:lnTo>
                <a:lnTo>
                  <a:pt x="91821" y="73837"/>
                </a:lnTo>
                <a:lnTo>
                  <a:pt x="103149" y="73837"/>
                </a:lnTo>
                <a:lnTo>
                  <a:pt x="103149" y="48374"/>
                </a:lnTo>
                <a:lnTo>
                  <a:pt x="167640" y="48374"/>
                </a:lnTo>
                <a:lnTo>
                  <a:pt x="167640" y="73837"/>
                </a:lnTo>
                <a:lnTo>
                  <a:pt x="178968" y="73837"/>
                </a:lnTo>
                <a:lnTo>
                  <a:pt x="178968" y="48374"/>
                </a:lnTo>
                <a:lnTo>
                  <a:pt x="243459" y="48374"/>
                </a:lnTo>
                <a:lnTo>
                  <a:pt x="243459" y="73837"/>
                </a:lnTo>
                <a:lnTo>
                  <a:pt x="254774" y="73837"/>
                </a:lnTo>
                <a:lnTo>
                  <a:pt x="254774" y="48374"/>
                </a:lnTo>
                <a:lnTo>
                  <a:pt x="319265" y="48374"/>
                </a:lnTo>
                <a:lnTo>
                  <a:pt x="319265" y="73837"/>
                </a:lnTo>
                <a:lnTo>
                  <a:pt x="330593" y="73837"/>
                </a:lnTo>
                <a:lnTo>
                  <a:pt x="330593" y="48374"/>
                </a:lnTo>
                <a:lnTo>
                  <a:pt x="395084" y="48374"/>
                </a:lnTo>
                <a:lnTo>
                  <a:pt x="395084" y="73837"/>
                </a:lnTo>
                <a:lnTo>
                  <a:pt x="406400" y="73837"/>
                </a:lnTo>
                <a:lnTo>
                  <a:pt x="406400" y="48374"/>
                </a:lnTo>
                <a:lnTo>
                  <a:pt x="470903" y="48374"/>
                </a:lnTo>
                <a:lnTo>
                  <a:pt x="470903" y="73837"/>
                </a:lnTo>
                <a:lnTo>
                  <a:pt x="482219" y="73837"/>
                </a:lnTo>
                <a:lnTo>
                  <a:pt x="482219" y="48374"/>
                </a:lnTo>
                <a:lnTo>
                  <a:pt x="546709" y="48374"/>
                </a:lnTo>
                <a:lnTo>
                  <a:pt x="546709" y="73837"/>
                </a:lnTo>
                <a:lnTo>
                  <a:pt x="558038" y="73837"/>
                </a:lnTo>
                <a:lnTo>
                  <a:pt x="558038" y="48374"/>
                </a:lnTo>
                <a:lnTo>
                  <a:pt x="622528" y="48374"/>
                </a:lnTo>
                <a:lnTo>
                  <a:pt x="622528" y="73837"/>
                </a:lnTo>
                <a:lnTo>
                  <a:pt x="633857" y="73837"/>
                </a:lnTo>
                <a:lnTo>
                  <a:pt x="633857" y="48374"/>
                </a:lnTo>
                <a:lnTo>
                  <a:pt x="698347" y="48374"/>
                </a:lnTo>
                <a:lnTo>
                  <a:pt x="698347" y="73837"/>
                </a:lnTo>
                <a:lnTo>
                  <a:pt x="709650" y="73837"/>
                </a:lnTo>
                <a:lnTo>
                  <a:pt x="709650" y="48374"/>
                </a:lnTo>
                <a:lnTo>
                  <a:pt x="774153" y="48374"/>
                </a:lnTo>
                <a:lnTo>
                  <a:pt x="774153" y="73837"/>
                </a:lnTo>
                <a:lnTo>
                  <a:pt x="785482" y="73837"/>
                </a:lnTo>
                <a:lnTo>
                  <a:pt x="785482" y="48374"/>
                </a:lnTo>
                <a:lnTo>
                  <a:pt x="849972" y="48374"/>
                </a:lnTo>
                <a:lnTo>
                  <a:pt x="849972" y="73837"/>
                </a:lnTo>
                <a:lnTo>
                  <a:pt x="861288" y="73837"/>
                </a:lnTo>
                <a:lnTo>
                  <a:pt x="861288" y="48374"/>
                </a:lnTo>
                <a:lnTo>
                  <a:pt x="925791" y="48374"/>
                </a:lnTo>
                <a:lnTo>
                  <a:pt x="925791" y="73837"/>
                </a:lnTo>
                <a:lnTo>
                  <a:pt x="937107" y="73837"/>
                </a:lnTo>
                <a:lnTo>
                  <a:pt x="937107" y="48374"/>
                </a:lnTo>
                <a:lnTo>
                  <a:pt x="1001598" y="48374"/>
                </a:lnTo>
                <a:lnTo>
                  <a:pt x="1001598" y="73837"/>
                </a:lnTo>
                <a:lnTo>
                  <a:pt x="1012913" y="73837"/>
                </a:lnTo>
                <a:lnTo>
                  <a:pt x="1012913" y="48374"/>
                </a:lnTo>
                <a:lnTo>
                  <a:pt x="1077404" y="48374"/>
                </a:lnTo>
                <a:lnTo>
                  <a:pt x="1077404" y="73837"/>
                </a:lnTo>
                <a:lnTo>
                  <a:pt x="1088745" y="73837"/>
                </a:lnTo>
                <a:lnTo>
                  <a:pt x="1088745" y="48374"/>
                </a:lnTo>
                <a:lnTo>
                  <a:pt x="1153223" y="48374"/>
                </a:lnTo>
                <a:lnTo>
                  <a:pt x="1153223" y="73837"/>
                </a:lnTo>
                <a:lnTo>
                  <a:pt x="1164539" y="73837"/>
                </a:lnTo>
                <a:lnTo>
                  <a:pt x="1164539" y="48374"/>
                </a:lnTo>
                <a:lnTo>
                  <a:pt x="1229042" y="48374"/>
                </a:lnTo>
                <a:lnTo>
                  <a:pt x="1229042" y="73837"/>
                </a:lnTo>
                <a:lnTo>
                  <a:pt x="1240358" y="73837"/>
                </a:lnTo>
                <a:lnTo>
                  <a:pt x="1240358" y="48374"/>
                </a:lnTo>
                <a:lnTo>
                  <a:pt x="1304848" y="48374"/>
                </a:lnTo>
                <a:lnTo>
                  <a:pt x="1304848" y="73837"/>
                </a:lnTo>
                <a:lnTo>
                  <a:pt x="1316177" y="73837"/>
                </a:lnTo>
                <a:lnTo>
                  <a:pt x="1316177" y="48374"/>
                </a:lnTo>
                <a:lnTo>
                  <a:pt x="1350073" y="48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2" name="bg object 162"/>
          <p:cNvSpPr/>
          <p:nvPr/>
        </p:nvSpPr>
        <p:spPr>
          <a:xfrm>
            <a:off x="4138421" y="8881109"/>
            <a:ext cx="937894" cy="121285"/>
          </a:xfrm>
          <a:custGeom>
            <a:avLst/>
            <a:gdLst/>
            <a:ahLst/>
            <a:cxnLst/>
            <a:rect l="l" t="t" r="r" b="b"/>
            <a:pathLst>
              <a:path w="937895" h="121284">
                <a:moveTo>
                  <a:pt x="936896" y="121181"/>
                </a:moveTo>
                <a:lnTo>
                  <a:pt x="121181" y="121181"/>
                </a:lnTo>
                <a:lnTo>
                  <a:pt x="0" y="0"/>
                </a:lnTo>
                <a:lnTo>
                  <a:pt x="820567" y="0"/>
                </a:lnTo>
                <a:lnTo>
                  <a:pt x="937307" y="116728"/>
                </a:lnTo>
                <a:lnTo>
                  <a:pt x="936896" y="121181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3" name="bg object 163"/>
          <p:cNvSpPr/>
          <p:nvPr/>
        </p:nvSpPr>
        <p:spPr>
          <a:xfrm>
            <a:off x="3619843" y="8881110"/>
            <a:ext cx="1463040" cy="121285"/>
          </a:xfrm>
          <a:custGeom>
            <a:avLst/>
            <a:gdLst/>
            <a:ahLst/>
            <a:cxnLst/>
            <a:rect l="l" t="t" r="r" b="b"/>
            <a:pathLst>
              <a:path w="1463039" h="121284">
                <a:moveTo>
                  <a:pt x="639749" y="121183"/>
                </a:moveTo>
                <a:lnTo>
                  <a:pt x="518566" y="0"/>
                </a:lnTo>
                <a:lnTo>
                  <a:pt x="0" y="0"/>
                </a:lnTo>
                <a:lnTo>
                  <a:pt x="57480" y="44691"/>
                </a:lnTo>
                <a:lnTo>
                  <a:pt x="90805" y="83489"/>
                </a:lnTo>
                <a:lnTo>
                  <a:pt x="106235" y="110832"/>
                </a:lnTo>
                <a:lnTo>
                  <a:pt x="109982" y="121183"/>
                </a:lnTo>
                <a:lnTo>
                  <a:pt x="639749" y="121183"/>
                </a:lnTo>
                <a:close/>
              </a:path>
              <a:path w="1463039" h="121284">
                <a:moveTo>
                  <a:pt x="1462659" y="0"/>
                </a:moveTo>
                <a:lnTo>
                  <a:pt x="1339138" y="0"/>
                </a:lnTo>
                <a:lnTo>
                  <a:pt x="1455877" y="116738"/>
                </a:lnTo>
                <a:lnTo>
                  <a:pt x="1459471" y="77774"/>
                </a:lnTo>
                <a:lnTo>
                  <a:pt x="1462100" y="30226"/>
                </a:lnTo>
                <a:lnTo>
                  <a:pt x="1462659" y="0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4" name="bg object 164"/>
          <p:cNvSpPr/>
          <p:nvPr/>
        </p:nvSpPr>
        <p:spPr>
          <a:xfrm>
            <a:off x="4001456" y="8744156"/>
            <a:ext cx="957580" cy="137160"/>
          </a:xfrm>
          <a:custGeom>
            <a:avLst/>
            <a:gdLst/>
            <a:ahLst/>
            <a:cxnLst/>
            <a:rect l="l" t="t" r="r" b="b"/>
            <a:pathLst>
              <a:path w="957579" h="137159">
                <a:moveTo>
                  <a:pt x="957532" y="136953"/>
                </a:moveTo>
                <a:lnTo>
                  <a:pt x="136964" y="136953"/>
                </a:lnTo>
                <a:lnTo>
                  <a:pt x="0" y="0"/>
                </a:lnTo>
                <a:lnTo>
                  <a:pt x="820579" y="0"/>
                </a:lnTo>
                <a:lnTo>
                  <a:pt x="957532" y="136953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5" name="bg object 165"/>
          <p:cNvSpPr/>
          <p:nvPr/>
        </p:nvSpPr>
        <p:spPr>
          <a:xfrm>
            <a:off x="3437153" y="8670366"/>
            <a:ext cx="1645920" cy="210820"/>
          </a:xfrm>
          <a:custGeom>
            <a:avLst/>
            <a:gdLst/>
            <a:ahLst/>
            <a:cxnLst/>
            <a:rect l="l" t="t" r="r" b="b"/>
            <a:pathLst>
              <a:path w="1645920" h="210820">
                <a:moveTo>
                  <a:pt x="701255" y="210743"/>
                </a:moveTo>
                <a:lnTo>
                  <a:pt x="564299" y="73799"/>
                </a:lnTo>
                <a:lnTo>
                  <a:pt x="378028" y="73799"/>
                </a:lnTo>
                <a:lnTo>
                  <a:pt x="304241" y="0"/>
                </a:lnTo>
                <a:lnTo>
                  <a:pt x="0" y="0"/>
                </a:lnTo>
                <a:lnTo>
                  <a:pt x="4864" y="20167"/>
                </a:lnTo>
                <a:lnTo>
                  <a:pt x="25196" y="69621"/>
                </a:lnTo>
                <a:lnTo>
                  <a:pt x="69570" y="131699"/>
                </a:lnTo>
                <a:lnTo>
                  <a:pt x="146570" y="189788"/>
                </a:lnTo>
                <a:lnTo>
                  <a:pt x="156235" y="195008"/>
                </a:lnTo>
                <a:lnTo>
                  <a:pt x="165468" y="200240"/>
                </a:lnTo>
                <a:lnTo>
                  <a:pt x="174269" y="205498"/>
                </a:lnTo>
                <a:lnTo>
                  <a:pt x="182689" y="210743"/>
                </a:lnTo>
                <a:lnTo>
                  <a:pt x="701255" y="210743"/>
                </a:lnTo>
                <a:close/>
              </a:path>
              <a:path w="1645920" h="210820">
                <a:moveTo>
                  <a:pt x="1645615" y="189966"/>
                </a:moveTo>
                <a:lnTo>
                  <a:pt x="1644789" y="144995"/>
                </a:lnTo>
                <a:lnTo>
                  <a:pt x="1642160" y="97447"/>
                </a:lnTo>
                <a:lnTo>
                  <a:pt x="1637817" y="50380"/>
                </a:lnTo>
                <a:lnTo>
                  <a:pt x="1634718" y="26454"/>
                </a:lnTo>
                <a:lnTo>
                  <a:pt x="1603654" y="73799"/>
                </a:lnTo>
                <a:lnTo>
                  <a:pt x="1384871" y="73799"/>
                </a:lnTo>
                <a:lnTo>
                  <a:pt x="1521828" y="210743"/>
                </a:lnTo>
                <a:lnTo>
                  <a:pt x="1645348" y="210743"/>
                </a:lnTo>
                <a:lnTo>
                  <a:pt x="1645615" y="195999"/>
                </a:lnTo>
                <a:lnTo>
                  <a:pt x="1645615" y="189966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6" name="bg object 166"/>
          <p:cNvSpPr/>
          <p:nvPr/>
        </p:nvSpPr>
        <p:spPr>
          <a:xfrm>
            <a:off x="3530422" y="8428164"/>
            <a:ext cx="1510030" cy="242570"/>
          </a:xfrm>
          <a:custGeom>
            <a:avLst/>
            <a:gdLst/>
            <a:ahLst/>
            <a:cxnLst/>
            <a:rect l="l" t="t" r="r" b="b"/>
            <a:pathLst>
              <a:path w="1510029" h="242570">
                <a:moveTo>
                  <a:pt x="198018" y="209778"/>
                </a:moveTo>
                <a:lnTo>
                  <a:pt x="0" y="209778"/>
                </a:lnTo>
                <a:lnTo>
                  <a:pt x="0" y="242201"/>
                </a:lnTo>
                <a:lnTo>
                  <a:pt x="198018" y="242201"/>
                </a:lnTo>
                <a:lnTo>
                  <a:pt x="198018" y="209778"/>
                </a:lnTo>
                <a:close/>
              </a:path>
              <a:path w="1510029" h="242570">
                <a:moveTo>
                  <a:pt x="1509636" y="106070"/>
                </a:moveTo>
                <a:lnTo>
                  <a:pt x="1498206" y="65481"/>
                </a:lnTo>
                <a:lnTo>
                  <a:pt x="1484223" y="21920"/>
                </a:lnTo>
                <a:lnTo>
                  <a:pt x="1476311" y="0"/>
                </a:lnTo>
                <a:lnTo>
                  <a:pt x="1476311" y="106070"/>
                </a:lnTo>
                <a:lnTo>
                  <a:pt x="1509636" y="10607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7" name="bg object 167"/>
          <p:cNvSpPr/>
          <p:nvPr/>
        </p:nvSpPr>
        <p:spPr>
          <a:xfrm>
            <a:off x="4990313" y="8427799"/>
            <a:ext cx="32384" cy="46990"/>
          </a:xfrm>
          <a:custGeom>
            <a:avLst/>
            <a:gdLst/>
            <a:ahLst/>
            <a:cxnLst/>
            <a:rect l="l" t="t" r="r" b="b"/>
            <a:pathLst>
              <a:path w="32385" h="46990">
                <a:moveTo>
                  <a:pt x="32119" y="46508"/>
                </a:moveTo>
                <a:lnTo>
                  <a:pt x="0" y="46508"/>
                </a:lnTo>
                <a:lnTo>
                  <a:pt x="0" y="0"/>
                </a:lnTo>
                <a:lnTo>
                  <a:pt x="16299" y="0"/>
                </a:lnTo>
                <a:lnTo>
                  <a:pt x="24343" y="22280"/>
                </a:lnTo>
                <a:lnTo>
                  <a:pt x="32119" y="4650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8" name="bg object 168"/>
          <p:cNvSpPr/>
          <p:nvPr/>
        </p:nvSpPr>
        <p:spPr>
          <a:xfrm>
            <a:off x="5017234" y="8555979"/>
            <a:ext cx="15240" cy="20320"/>
          </a:xfrm>
          <a:custGeom>
            <a:avLst/>
            <a:gdLst/>
            <a:ahLst/>
            <a:cxnLst/>
            <a:rect l="l" t="t" r="r" b="b"/>
            <a:pathLst>
              <a:path w="15239" h="20320">
                <a:moveTo>
                  <a:pt x="15229" y="20302"/>
                </a:moveTo>
                <a:lnTo>
                  <a:pt x="0" y="20302"/>
                </a:lnTo>
                <a:lnTo>
                  <a:pt x="0" y="0"/>
                </a:lnTo>
                <a:lnTo>
                  <a:pt x="15229" y="0"/>
                </a:lnTo>
                <a:lnTo>
                  <a:pt x="15229" y="20302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9" name="bg object 169"/>
          <p:cNvSpPr/>
          <p:nvPr/>
        </p:nvSpPr>
        <p:spPr>
          <a:xfrm>
            <a:off x="5024854" y="8488984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5678" y="11390"/>
                </a:moveTo>
                <a:lnTo>
                  <a:pt x="0" y="11390"/>
                </a:lnTo>
                <a:lnTo>
                  <a:pt x="0" y="0"/>
                </a:lnTo>
                <a:lnTo>
                  <a:pt x="2288" y="0"/>
                </a:lnTo>
                <a:lnTo>
                  <a:pt x="3781" y="4653"/>
                </a:lnTo>
                <a:lnTo>
                  <a:pt x="5678" y="11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0" name="bg object 170"/>
          <p:cNvSpPr/>
          <p:nvPr/>
        </p:nvSpPr>
        <p:spPr>
          <a:xfrm>
            <a:off x="3700168" y="8744156"/>
            <a:ext cx="49530" cy="49530"/>
          </a:xfrm>
          <a:custGeom>
            <a:avLst/>
            <a:gdLst/>
            <a:ahLst/>
            <a:cxnLst/>
            <a:rect l="l" t="t" r="r" b="b"/>
            <a:pathLst>
              <a:path w="49529" h="49529">
                <a:moveTo>
                  <a:pt x="24464" y="48917"/>
                </a:moveTo>
                <a:lnTo>
                  <a:pt x="14941" y="46995"/>
                </a:lnTo>
                <a:lnTo>
                  <a:pt x="7165" y="41752"/>
                </a:lnTo>
                <a:lnTo>
                  <a:pt x="1922" y="33976"/>
                </a:lnTo>
                <a:lnTo>
                  <a:pt x="0" y="24453"/>
                </a:lnTo>
                <a:lnTo>
                  <a:pt x="1922" y="14931"/>
                </a:lnTo>
                <a:lnTo>
                  <a:pt x="7165" y="7159"/>
                </a:lnTo>
                <a:lnTo>
                  <a:pt x="14941" y="1920"/>
                </a:lnTo>
                <a:lnTo>
                  <a:pt x="24464" y="0"/>
                </a:lnTo>
                <a:lnTo>
                  <a:pt x="33980" y="1920"/>
                </a:lnTo>
                <a:lnTo>
                  <a:pt x="41753" y="7159"/>
                </a:lnTo>
                <a:lnTo>
                  <a:pt x="46995" y="14931"/>
                </a:lnTo>
                <a:lnTo>
                  <a:pt x="48917" y="24453"/>
                </a:lnTo>
                <a:lnTo>
                  <a:pt x="46995" y="33976"/>
                </a:lnTo>
                <a:lnTo>
                  <a:pt x="41753" y="41752"/>
                </a:lnTo>
                <a:lnTo>
                  <a:pt x="33980" y="46995"/>
                </a:lnTo>
                <a:lnTo>
                  <a:pt x="24464" y="48917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1" name="bg object 17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431426" y="10025631"/>
            <a:ext cx="242248" cy="111198"/>
          </a:xfrm>
          <a:prstGeom prst="rect">
            <a:avLst/>
          </a:prstGeom>
        </p:spPr>
      </p:pic>
      <p:sp>
        <p:nvSpPr>
          <p:cNvPr id="172" name="bg object 172"/>
          <p:cNvSpPr/>
          <p:nvPr/>
        </p:nvSpPr>
        <p:spPr>
          <a:xfrm>
            <a:off x="3969970" y="9809496"/>
            <a:ext cx="86360" cy="264160"/>
          </a:xfrm>
          <a:custGeom>
            <a:avLst/>
            <a:gdLst/>
            <a:ahLst/>
            <a:cxnLst/>
            <a:rect l="l" t="t" r="r" b="b"/>
            <a:pathLst>
              <a:path w="86360" h="264159">
                <a:moveTo>
                  <a:pt x="85972" y="263703"/>
                </a:moveTo>
                <a:lnTo>
                  <a:pt x="0" y="263703"/>
                </a:lnTo>
                <a:lnTo>
                  <a:pt x="0" y="0"/>
                </a:lnTo>
                <a:lnTo>
                  <a:pt x="85972" y="0"/>
                </a:lnTo>
                <a:lnTo>
                  <a:pt x="85972" y="263703"/>
                </a:lnTo>
                <a:close/>
              </a:path>
            </a:pathLst>
          </a:custGeom>
          <a:solidFill>
            <a:srgbClr val="F46E2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3" name="bg object 173"/>
          <p:cNvSpPr/>
          <p:nvPr/>
        </p:nvSpPr>
        <p:spPr>
          <a:xfrm>
            <a:off x="4055943" y="9809496"/>
            <a:ext cx="156845" cy="264160"/>
          </a:xfrm>
          <a:custGeom>
            <a:avLst/>
            <a:gdLst/>
            <a:ahLst/>
            <a:cxnLst/>
            <a:rect l="l" t="t" r="r" b="b"/>
            <a:pathLst>
              <a:path w="156845" h="264159">
                <a:moveTo>
                  <a:pt x="156287" y="263703"/>
                </a:moveTo>
                <a:lnTo>
                  <a:pt x="0" y="263703"/>
                </a:lnTo>
                <a:lnTo>
                  <a:pt x="0" y="0"/>
                </a:lnTo>
                <a:lnTo>
                  <a:pt x="156287" y="0"/>
                </a:lnTo>
                <a:lnTo>
                  <a:pt x="156287" y="263703"/>
                </a:lnTo>
                <a:close/>
              </a:path>
            </a:pathLst>
          </a:custGeom>
          <a:solidFill>
            <a:srgbClr val="F5852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4" name="bg object 174"/>
          <p:cNvSpPr/>
          <p:nvPr/>
        </p:nvSpPr>
        <p:spPr>
          <a:xfrm>
            <a:off x="4066665" y="9809496"/>
            <a:ext cx="48895" cy="68580"/>
          </a:xfrm>
          <a:custGeom>
            <a:avLst/>
            <a:gdLst/>
            <a:ahLst/>
            <a:cxnLst/>
            <a:rect l="l" t="t" r="r" b="b"/>
            <a:pathLst>
              <a:path w="48895" h="68579">
                <a:moveTo>
                  <a:pt x="48871" y="68240"/>
                </a:moveTo>
                <a:lnTo>
                  <a:pt x="0" y="68240"/>
                </a:lnTo>
                <a:lnTo>
                  <a:pt x="0" y="0"/>
                </a:lnTo>
                <a:lnTo>
                  <a:pt x="48871" y="0"/>
                </a:lnTo>
                <a:lnTo>
                  <a:pt x="48871" y="68240"/>
                </a:lnTo>
                <a:close/>
              </a:path>
            </a:pathLst>
          </a:custGeom>
          <a:solidFill>
            <a:srgbClr val="8F3C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5" name="bg object 17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969970" y="10024029"/>
            <a:ext cx="251736" cy="108365"/>
          </a:xfrm>
          <a:prstGeom prst="rect">
            <a:avLst/>
          </a:prstGeom>
        </p:spPr>
      </p:pic>
      <p:pic>
        <p:nvPicPr>
          <p:cNvPr id="176" name="bg object 17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704411" y="9752382"/>
            <a:ext cx="183588" cy="170191"/>
          </a:xfrm>
          <a:prstGeom prst="rect">
            <a:avLst/>
          </a:prstGeom>
        </p:spPr>
      </p:pic>
      <p:sp>
        <p:nvSpPr>
          <p:cNvPr id="177" name="bg object 177"/>
          <p:cNvSpPr/>
          <p:nvPr/>
        </p:nvSpPr>
        <p:spPr>
          <a:xfrm>
            <a:off x="3681653" y="9922573"/>
            <a:ext cx="288925" cy="220979"/>
          </a:xfrm>
          <a:custGeom>
            <a:avLst/>
            <a:gdLst/>
            <a:ahLst/>
            <a:cxnLst/>
            <a:rect l="l" t="t" r="r" b="b"/>
            <a:pathLst>
              <a:path w="288925" h="220979">
                <a:moveTo>
                  <a:pt x="124089" y="220806"/>
                </a:moveTo>
                <a:lnTo>
                  <a:pt x="118088" y="220806"/>
                </a:lnTo>
                <a:lnTo>
                  <a:pt x="73099" y="219979"/>
                </a:lnTo>
                <a:lnTo>
                  <a:pt x="25554" y="217350"/>
                </a:lnTo>
                <a:lnTo>
                  <a:pt x="0" y="214993"/>
                </a:lnTo>
                <a:lnTo>
                  <a:pt x="214993" y="0"/>
                </a:lnTo>
                <a:lnTo>
                  <a:pt x="288317" y="0"/>
                </a:lnTo>
                <a:lnTo>
                  <a:pt x="288317" y="209821"/>
                </a:lnTo>
                <a:lnTo>
                  <a:pt x="263691" y="213008"/>
                </a:lnTo>
                <a:lnTo>
                  <a:pt x="216623" y="217350"/>
                </a:lnTo>
                <a:lnTo>
                  <a:pt x="169079" y="219979"/>
                </a:lnTo>
                <a:lnTo>
                  <a:pt x="124089" y="220806"/>
                </a:lnTo>
                <a:close/>
              </a:path>
            </a:pathLst>
          </a:custGeom>
          <a:solidFill>
            <a:srgbClr val="F5852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8" name="bg object 17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673674" y="9922573"/>
            <a:ext cx="222971" cy="2149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5658" y="2401675"/>
            <a:ext cx="4705182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0942"/>
            <a:ext cx="680085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0768"/>
            <a:ext cx="2418080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3.png">
            <a:extLst>
              <a:ext uri="{FF2B5EF4-FFF2-40B4-BE49-F238E27FC236}">
                <a16:creationId xmlns:a16="http://schemas.microsoft.com/office/drawing/2014/main" id="{2A1AA916-D092-E89E-0F90-CA337AEFA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" y="92075"/>
            <a:ext cx="1109027" cy="1254443"/>
          </a:xfrm>
          <a:prstGeom prst="rect">
            <a:avLst/>
          </a:prstGeom>
        </p:spPr>
      </p:pic>
      <p:pic>
        <p:nvPicPr>
          <p:cNvPr id="2058" name="image2.png">
            <a:extLst>
              <a:ext uri="{FF2B5EF4-FFF2-40B4-BE49-F238E27FC236}">
                <a16:creationId xmlns:a16="http://schemas.microsoft.com/office/drawing/2014/main" id="{C50B6D2F-D4F8-41B2-B569-F4609E8FD1E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04025" y="251936"/>
            <a:ext cx="751205" cy="750570"/>
          </a:xfrm>
          <a:prstGeom prst="rect">
            <a:avLst/>
          </a:prstGeom>
        </p:spPr>
      </p:pic>
      <p:pic>
        <p:nvPicPr>
          <p:cNvPr id="2128" name="image2.png">
            <a:extLst>
              <a:ext uri="{FF2B5EF4-FFF2-40B4-BE49-F238E27FC236}">
                <a16:creationId xmlns:a16="http://schemas.microsoft.com/office/drawing/2014/main" id="{965B11D4-DAB5-7F18-E465-F5B3805A9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644525"/>
            <a:ext cx="752475" cy="7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0" name="TextBox 2069">
            <a:extLst>
              <a:ext uri="{FF2B5EF4-FFF2-40B4-BE49-F238E27FC236}">
                <a16:creationId xmlns:a16="http://schemas.microsoft.com/office/drawing/2014/main" id="{F624EB3C-F2B2-CDB2-03E8-2657540506BE}"/>
              </a:ext>
            </a:extLst>
          </p:cNvPr>
          <p:cNvSpPr txBox="1"/>
          <p:nvPr/>
        </p:nvSpPr>
        <p:spPr>
          <a:xfrm>
            <a:off x="1314359" y="185252"/>
            <a:ext cx="57470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US" sz="1400" b="1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400"/>
              <a:t>Bin                               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Class:  Panda 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66ABBC47-3033-3C80-DA9C-A9B882E53E66}"/>
              </a:ext>
            </a:extLst>
          </p:cNvPr>
          <p:cNvSpPr txBox="1"/>
          <p:nvPr/>
        </p:nvSpPr>
        <p:spPr>
          <a:xfrm>
            <a:off x="2228010" y="739576"/>
            <a:ext cx="394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spc="13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lang="en-US" sz="1400" b="1" spc="46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spc="12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vi-VN" sz="1400" b="1" dirty="0"/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68929A81-31D5-1090-0709-57181F633AED}"/>
              </a:ext>
            </a:extLst>
          </p:cNvPr>
          <p:cNvSpPr txBox="1"/>
          <p:nvPr/>
        </p:nvSpPr>
        <p:spPr>
          <a:xfrm>
            <a:off x="1330326" y="1057209"/>
            <a:ext cx="6073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BÁO CÁO KẾT</a:t>
            </a:r>
            <a:r>
              <a:rPr lang="en-US" sz="1400" b="1" i="1" spc="5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QUẢ HỌC</a:t>
            </a:r>
            <a:r>
              <a:rPr lang="en-US" sz="1400" b="1" i="1" spc="5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CỦA TRẺ NĂM</a:t>
            </a:r>
            <a:r>
              <a:rPr lang="en-US" sz="1400" b="1" i="1" spc="5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HỌC 2025-2026</a:t>
            </a:r>
            <a:endParaRPr lang="vi-V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vi-VN" sz="1400" dirty="0"/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D3B796CA-D464-5AEA-4EE9-3A81C5DD2CE5}"/>
              </a:ext>
            </a:extLst>
          </p:cNvPr>
          <p:cNvSpPr txBox="1"/>
          <p:nvPr/>
        </p:nvSpPr>
        <p:spPr>
          <a:xfrm>
            <a:off x="-312601" y="1432073"/>
            <a:ext cx="7891780" cy="1737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9260" marR="124460" algn="just">
              <a:lnSpc>
                <a:spcPct val="143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During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school year,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children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have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learned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explored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lot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of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interesting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knowledge</a:t>
            </a:r>
            <a:r>
              <a:rPr lang="en-US" sz="1400" spc="-3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1400" spc="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</a:t>
            </a:r>
            <a:r>
              <a:rPr lang="en-US" sz="1400" spc="9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curriculum./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vừa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qua,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spc="1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khám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phá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nội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-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tập</a:t>
            </a:r>
            <a:r>
              <a:rPr lang="en-US" sz="1400" i="1" spc="-8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hết</a:t>
            </a:r>
            <a:r>
              <a:rPr lang="en-US" sz="1400" i="1" spc="-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sức</a:t>
            </a:r>
            <a:r>
              <a:rPr lang="en-US" sz="1400" i="1" spc="-8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thú</a:t>
            </a:r>
            <a:r>
              <a:rPr lang="en-US" sz="1400" i="1" spc="-8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vị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sz="14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429260" algn="just">
              <a:spcBef>
                <a:spcPts val="70"/>
              </a:spcBef>
              <a:spcAft>
                <a:spcPts val="0"/>
              </a:spcAft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topics and projects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that 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children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have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covered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are:/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1400" i="1" spc="5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spc="5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spc="5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400" i="1" spc="-33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1400" i="1" spc="-7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-7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bao</a:t>
            </a:r>
            <a:r>
              <a:rPr lang="en-US" sz="1400" i="1" spc="-7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vi-VN" sz="1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dirty="0"/>
          </a:p>
        </p:txBody>
      </p:sp>
      <p:graphicFrame>
        <p:nvGraphicFramePr>
          <p:cNvPr id="2084" name="Table 2083">
            <a:extLst>
              <a:ext uri="{FF2B5EF4-FFF2-40B4-BE49-F238E27FC236}">
                <a16:creationId xmlns:a16="http://schemas.microsoft.com/office/drawing/2014/main" id="{8F63F632-B134-E189-10D2-7FB829DD8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53004"/>
              </p:ext>
            </p:extLst>
          </p:nvPr>
        </p:nvGraphicFramePr>
        <p:xfrm>
          <a:off x="391700" y="8474075"/>
          <a:ext cx="6800854" cy="108205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25505">
                  <a:extLst>
                    <a:ext uri="{9D8B030D-6E8A-4147-A177-3AD203B41FA5}">
                      <a16:colId xmlns:a16="http://schemas.microsoft.com/office/drawing/2014/main" val="249636358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1248269673"/>
                    </a:ext>
                  </a:extLst>
                </a:gridCol>
                <a:gridCol w="688537">
                  <a:extLst>
                    <a:ext uri="{9D8B030D-6E8A-4147-A177-3AD203B41FA5}">
                      <a16:colId xmlns:a16="http://schemas.microsoft.com/office/drawing/2014/main" val="1142259665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24441775"/>
                    </a:ext>
                  </a:extLst>
                </a:gridCol>
                <a:gridCol w="693473">
                  <a:extLst>
                    <a:ext uri="{9D8B030D-6E8A-4147-A177-3AD203B41FA5}">
                      <a16:colId xmlns:a16="http://schemas.microsoft.com/office/drawing/2014/main" val="2826576577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2854075491"/>
                    </a:ext>
                  </a:extLst>
                </a:gridCol>
                <a:gridCol w="617586">
                  <a:extLst>
                    <a:ext uri="{9D8B030D-6E8A-4147-A177-3AD203B41FA5}">
                      <a16:colId xmlns:a16="http://schemas.microsoft.com/office/drawing/2014/main" val="582247449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470052611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289086372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1076243939"/>
                    </a:ext>
                  </a:extLst>
                </a:gridCol>
                <a:gridCol w="659540">
                  <a:extLst>
                    <a:ext uri="{9D8B030D-6E8A-4147-A177-3AD203B41FA5}">
                      <a16:colId xmlns:a16="http://schemas.microsoft.com/office/drawing/2014/main" val="2548970611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3438106170"/>
                    </a:ext>
                  </a:extLst>
                </a:gridCol>
                <a:gridCol w="681751">
                  <a:extLst>
                    <a:ext uri="{9D8B030D-6E8A-4147-A177-3AD203B41FA5}">
                      <a16:colId xmlns:a16="http://schemas.microsoft.com/office/drawing/2014/main" val="395239475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2252096548"/>
                    </a:ext>
                  </a:extLst>
                </a:gridCol>
                <a:gridCol w="696558">
                  <a:extLst>
                    <a:ext uri="{9D8B030D-6E8A-4147-A177-3AD203B41FA5}">
                      <a16:colId xmlns:a16="http://schemas.microsoft.com/office/drawing/2014/main" val="272041760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4125872934"/>
                    </a:ext>
                  </a:extLst>
                </a:gridCol>
                <a:gridCol w="695941">
                  <a:extLst>
                    <a:ext uri="{9D8B030D-6E8A-4147-A177-3AD203B41FA5}">
                      <a16:colId xmlns:a16="http://schemas.microsoft.com/office/drawing/2014/main" val="2694102576"/>
                    </a:ext>
                  </a:extLst>
                </a:gridCol>
              </a:tblGrid>
              <a:tr h="434346">
                <a:tc>
                  <a:txBody>
                    <a:bodyPr/>
                    <a:lstStyle/>
                    <a:p>
                      <a:pPr marL="288290" marR="27940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Aa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31140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Bb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3515" marR="17716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Cc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17589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Dd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3995" marR="21018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Ee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0980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Ff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4630" marR="21336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53365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Hh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3680" marR="23368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Ii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142151"/>
                  </a:ext>
                </a:extLst>
              </a:tr>
              <a:tr h="64165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98980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pPr marL="288290" marR="27940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Jj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Kk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3515" marR="17716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Ll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175895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Mm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3995" marR="21018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Nn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Oo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4630" marR="21336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Pp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80035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Qq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5270" marR="26035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…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47741"/>
                  </a:ext>
                </a:extLst>
              </a:tr>
            </a:tbl>
          </a:graphicData>
        </a:graphic>
      </p:graphicFrame>
      <p:sp>
        <p:nvSpPr>
          <p:cNvPr id="2085" name="TextBox 2084">
            <a:extLst>
              <a:ext uri="{FF2B5EF4-FFF2-40B4-BE49-F238E27FC236}">
                <a16:creationId xmlns:a16="http://schemas.microsoft.com/office/drawing/2014/main" id="{C964F612-ECA4-C724-6DAD-98FED4C46A7D}"/>
              </a:ext>
            </a:extLst>
          </p:cNvPr>
          <p:cNvSpPr txBox="1"/>
          <p:nvPr/>
        </p:nvSpPr>
        <p:spPr>
          <a:xfrm>
            <a:off x="466000" y="7597253"/>
            <a:ext cx="6324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phonics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children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have</a:t>
            </a:r>
            <a:r>
              <a:rPr lang="en-US" sz="1400" spc="-5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gotton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familiar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are:/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ngữ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âm</a:t>
            </a:r>
            <a:r>
              <a:rPr lang="en-US" sz="1400" i="1" spc="-5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quen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bao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2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                        Letter</a:t>
            </a:r>
            <a:r>
              <a:rPr lang="en-US" sz="1200" b="1" spc="2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sounds/</a:t>
            </a:r>
            <a:r>
              <a:rPr lang="en-US" sz="1200" b="1" spc="2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Âm</a:t>
            </a:r>
            <a:r>
              <a:rPr lang="en-US" sz="1200" b="1" i="1" spc="4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thanh</a:t>
            </a:r>
            <a:r>
              <a:rPr lang="en-US" sz="1200" b="1" i="1" spc="3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chữ</a:t>
            </a:r>
            <a:r>
              <a:rPr lang="en-US" sz="1200" b="1" i="1" spc="4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cái</a:t>
            </a:r>
            <a:endParaRPr lang="vi-VN" sz="12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sz="12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dirty="0"/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EB75E0D4-D68B-A3E7-6186-389FB0DA810A}"/>
              </a:ext>
            </a:extLst>
          </p:cNvPr>
          <p:cNvSpPr txBox="1"/>
          <p:nvPr/>
        </p:nvSpPr>
        <p:spPr>
          <a:xfrm>
            <a:off x="241300" y="9717116"/>
            <a:ext cx="731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school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would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like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you</a:t>
            </a:r>
            <a:r>
              <a:rPr lang="en-US" sz="1400" spc="-3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ESL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progress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report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following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scale: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Nhà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trường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xin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gửi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Quý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Phụ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huynh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cáo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Anh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thang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như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vi-VN" sz="1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9E25E0-5FBA-DC8E-234C-0E8DE7956DAE}"/>
              </a:ext>
            </a:extLst>
          </p:cNvPr>
          <p:cNvSpPr/>
          <p:nvPr/>
        </p:nvSpPr>
        <p:spPr>
          <a:xfrm>
            <a:off x="730250" y="2929740"/>
            <a:ext cx="2209800" cy="3748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Topic/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endParaRPr lang="vi-VN" sz="1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9FA329-7798-F9F3-BD85-FF66B315F206}"/>
              </a:ext>
            </a:extLst>
          </p:cNvPr>
          <p:cNvSpPr/>
          <p:nvPr/>
        </p:nvSpPr>
        <p:spPr>
          <a:xfrm>
            <a:off x="3660842" y="2958016"/>
            <a:ext cx="2209800" cy="3748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Project/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vi-VN" sz="1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2082">
            <a:extLst>
              <a:ext uri="{FF2B5EF4-FFF2-40B4-BE49-F238E27FC236}">
                <a16:creationId xmlns:a16="http://schemas.microsoft.com/office/drawing/2014/main" id="{861FCC07-548E-5E77-AA07-DCBAA4E14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705109"/>
              </p:ext>
            </p:extLst>
          </p:nvPr>
        </p:nvGraphicFramePr>
        <p:xfrm>
          <a:off x="391700" y="3332880"/>
          <a:ext cx="6800854" cy="42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4241">
                  <a:extLst>
                    <a:ext uri="{9D8B030D-6E8A-4147-A177-3AD203B41FA5}">
                      <a16:colId xmlns:a16="http://schemas.microsoft.com/office/drawing/2014/main" val="1654794837"/>
                    </a:ext>
                  </a:extLst>
                </a:gridCol>
                <a:gridCol w="3296613">
                  <a:extLst>
                    <a:ext uri="{9D8B030D-6E8A-4147-A177-3AD203B41FA5}">
                      <a16:colId xmlns:a16="http://schemas.microsoft.com/office/drawing/2014/main" val="761434901"/>
                    </a:ext>
                  </a:extLst>
                </a:gridCol>
              </a:tblGrid>
              <a:tr h="1425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Mid-Autumn Festival/ Trung Thu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My kindergarten/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Trường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mầm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non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Body Parts/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Bộ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phận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cơ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thể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Halloween/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Lễ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hội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hóa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trang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Careers/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Nghề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nghiệp</a:t>
                      </a:r>
                      <a:endParaRPr lang="vi-VN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Christmas/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Giáng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sinh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Transport/ Giao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thông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Tet/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Tết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Animal/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Động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vật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Vietnam-My country/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Việt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Nam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quê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hương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tôi</a:t>
                      </a:r>
                      <a:endParaRPr lang="en-US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Thời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tiết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HTTN/ Weather &amp; Natural disasters</a:t>
                      </a:r>
                      <a:endParaRPr lang="vi-VN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Lớp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học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Kid’s class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tự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tin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đáng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yêu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The confident kids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Nghề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mẹ-niềm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tự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hào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con/ Parent’s jobs-kid’s pride</a:t>
                      </a:r>
                      <a:endParaRPr lang="vi-VN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Mùa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đông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những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trò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chơi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Winter and games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Đất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nước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My country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Môi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trường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cuộc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sống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 Environment and life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Nước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HTTN/ Weather &amp; Natural disasters</a:t>
                      </a:r>
                      <a:endParaRPr lang="vi-VN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……</a:t>
                      </a:r>
                      <a:endParaRPr lang="vi-VN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87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640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C8BDC6F7-2244-3299-4235-2CFF178B4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007197"/>
              </p:ext>
            </p:extLst>
          </p:nvPr>
        </p:nvGraphicFramePr>
        <p:xfrm>
          <a:off x="120650" y="244475"/>
          <a:ext cx="7315197" cy="9182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2373">
                  <a:extLst>
                    <a:ext uri="{9D8B030D-6E8A-4147-A177-3AD203B41FA5}">
                      <a16:colId xmlns:a16="http://schemas.microsoft.com/office/drawing/2014/main" val="1626656996"/>
                    </a:ext>
                  </a:extLst>
                </a:gridCol>
                <a:gridCol w="440706">
                  <a:extLst>
                    <a:ext uri="{9D8B030D-6E8A-4147-A177-3AD203B41FA5}">
                      <a16:colId xmlns:a16="http://schemas.microsoft.com/office/drawing/2014/main" val="35465751"/>
                    </a:ext>
                  </a:extLst>
                </a:gridCol>
                <a:gridCol w="440706">
                  <a:extLst>
                    <a:ext uri="{9D8B030D-6E8A-4147-A177-3AD203B41FA5}">
                      <a16:colId xmlns:a16="http://schemas.microsoft.com/office/drawing/2014/main" val="810650249"/>
                    </a:ext>
                  </a:extLst>
                </a:gridCol>
                <a:gridCol w="440706">
                  <a:extLst>
                    <a:ext uri="{9D8B030D-6E8A-4147-A177-3AD203B41FA5}">
                      <a16:colId xmlns:a16="http://schemas.microsoft.com/office/drawing/2014/main" val="2919241387"/>
                    </a:ext>
                  </a:extLst>
                </a:gridCol>
                <a:gridCol w="440706">
                  <a:extLst>
                    <a:ext uri="{9D8B030D-6E8A-4147-A177-3AD203B41FA5}">
                      <a16:colId xmlns:a16="http://schemas.microsoft.com/office/drawing/2014/main" val="1341513171"/>
                    </a:ext>
                  </a:extLst>
                </a:gridCol>
              </a:tblGrid>
              <a:tr h="419571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Criteria/ </a:t>
                      </a:r>
                      <a:r>
                        <a:rPr lang="en-US" sz="1300" i="1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Tiêu</a:t>
                      </a:r>
                      <a:r>
                        <a:rPr lang="en-US" sz="1300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300" i="1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chí</a:t>
                      </a:r>
                      <a:endParaRPr lang="vi-VN" sz="1300" i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Level/ </a:t>
                      </a:r>
                      <a:r>
                        <a:rPr lang="en-US" sz="1300" i="1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Mức</a:t>
                      </a:r>
                      <a:r>
                        <a:rPr lang="en-US" sz="1300" i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300" i="1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</a:t>
                      </a:r>
                      <a:endParaRPr lang="vi-VN" sz="1300" i="1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625107"/>
                  </a:ext>
                </a:extLst>
              </a:tr>
              <a:tr h="503485">
                <a:tc gridSpan="5">
                  <a:txBody>
                    <a:bodyPr/>
                    <a:lstStyle/>
                    <a:p>
                      <a:pPr marL="457200" marR="0" lvl="1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</a:rPr>
                        <a:t>Language-literacy/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</a:rPr>
                        <a:t>Ngôn</a:t>
                      </a:r>
                      <a:r>
                        <a:rPr lang="en-US" sz="1200" b="1" i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</a:rPr>
                        <a:t>ngữ</a:t>
                      </a:r>
                      <a:endParaRPr lang="vi-VN" sz="1200" b="1" i="1" dirty="0">
                        <a:solidFill>
                          <a:srgbClr val="0070C0"/>
                        </a:solidFill>
                      </a:endParaRPr>
                    </a:p>
                    <a:p>
                      <a:endParaRPr lang="vi-VN" sz="12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947021"/>
                  </a:ext>
                </a:extLst>
              </a:tr>
              <a:tr h="40278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Letter and sound recognition/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Nhận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biết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âm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chữ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cái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42168"/>
                  </a:ext>
                </a:extLst>
              </a:tr>
              <a:tr h="40278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Understanding of concepts/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Hiểu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khái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niệm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từ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83529"/>
                  </a:ext>
                </a:extLst>
              </a:tr>
              <a:tr h="45925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Knowledge of vocabulary/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Từ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vựng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trẻ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tiếp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được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472290"/>
                  </a:ext>
                </a:extLst>
              </a:tr>
              <a:tr h="402788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Ability to use language models/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thực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hành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cấu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trúc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70971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Pronunciation and communication ability/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phát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âm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giao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tiếp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85324"/>
                  </a:ext>
                </a:extLst>
              </a:tr>
              <a:tr h="424631"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Nhận</a:t>
                      </a:r>
                      <a:r>
                        <a:rPr lang="en-US" sz="1200" b="1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thức</a:t>
                      </a:r>
                      <a:endParaRPr lang="vi-VN" sz="1200" b="1" i="1" dirty="0">
                        <a:solidFill>
                          <a:srgbClr val="0070C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818266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Think of ways to solve problems/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Kĩ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giải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quyết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vấn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đề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53008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Sit stills, stay focused and stick with an activity/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tập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trung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vào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hoạt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6772"/>
                  </a:ext>
                </a:extLst>
              </a:tr>
              <a:tr h="424631"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 emotion/ </a:t>
                      </a:r>
                      <a:r>
                        <a:rPr lang="en-US" sz="1200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Tình</a:t>
                      </a:r>
                      <a:r>
                        <a:rPr lang="en-US" sz="1200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cảm</a:t>
                      </a:r>
                      <a:r>
                        <a:rPr lang="en-US" sz="1200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xã</a:t>
                      </a:r>
                      <a:r>
                        <a:rPr lang="en-US" sz="1200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hội</a:t>
                      </a:r>
                      <a:endParaRPr lang="vi-VN" sz="1200" i="1" dirty="0">
                        <a:solidFill>
                          <a:srgbClr val="0070C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809167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Participate individual and group activities/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Tham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gia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hoạt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nhân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nhóm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949639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Understanding and rules and routines/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Hiểu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nội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quy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quy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trình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80467"/>
                  </a:ext>
                </a:extLst>
              </a:tr>
              <a:tr h="50348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clearly express feelings, needs and requirements/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Thể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hiện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cảm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xúc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cầu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yêu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cầu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nhân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315589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Take turns and share during activities/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Biết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chờ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đến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lượt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chia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sẻ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khi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hoạt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427658"/>
                  </a:ext>
                </a:extLst>
              </a:tr>
              <a:tr h="424631"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Physical/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Thể</a:t>
                      </a:r>
                      <a:r>
                        <a:rPr lang="en-US" sz="1200" b="1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chất</a:t>
                      </a:r>
                      <a:endParaRPr lang="vi-VN" sz="1200" b="1" i="1" dirty="0">
                        <a:solidFill>
                          <a:srgbClr val="0070C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650583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Able to control movements/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kiểm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soát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vận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925087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Practical self-care routines/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Thực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hiện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công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tác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tự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phục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vụ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vệ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sinh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nhân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2091"/>
                  </a:ext>
                </a:extLst>
              </a:tr>
              <a:tr h="424631"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Aesthetics/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Thẩm</a:t>
                      </a:r>
                      <a:r>
                        <a:rPr lang="en-US" sz="1200" b="1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mĩ</a:t>
                      </a:r>
                      <a:endParaRPr lang="vi-VN" sz="1200" b="1" i="1" dirty="0">
                        <a:solidFill>
                          <a:srgbClr val="0070C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110498"/>
                  </a:ext>
                </a:extLst>
              </a:tr>
              <a:tr h="42463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Practice movement to the rhythms of the song/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Vận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theo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nhịp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điệu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của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bài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hát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42229"/>
                  </a:ext>
                </a:extLst>
              </a:tr>
              <a:tr h="50348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Show feelings about artworks/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Thể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hiện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cảm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xúc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của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mình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vào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sản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phẩm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tạo</a:t>
                      </a:r>
                      <a:r>
                        <a:rPr lang="en-US" sz="12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i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hình</a:t>
                      </a:r>
                      <a:endParaRPr lang="vi-VN" sz="1200" i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G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F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vi-VN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8052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A675AE0-72B2-F771-ADFC-59605F60A01B}"/>
              </a:ext>
            </a:extLst>
          </p:cNvPr>
          <p:cNvSpPr txBox="1"/>
          <p:nvPr/>
        </p:nvSpPr>
        <p:spPr>
          <a:xfrm>
            <a:off x="371928" y="9592050"/>
            <a:ext cx="723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 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Exellent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sắc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  Good/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Giỏi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Fair/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Khá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  Needs improvement/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cố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gắng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hơn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nữa</a:t>
            </a:r>
            <a:endParaRPr lang="vi-V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8BB7C7EB-5781-EB37-C925-52442E398917}"/>
              </a:ext>
            </a:extLst>
          </p:cNvPr>
          <p:cNvSpPr/>
          <p:nvPr/>
        </p:nvSpPr>
        <p:spPr>
          <a:xfrm>
            <a:off x="371021" y="9632950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72C87EF-3B8C-D37A-E663-3D1AA4972334}"/>
              </a:ext>
            </a:extLst>
          </p:cNvPr>
          <p:cNvSpPr/>
          <p:nvPr/>
        </p:nvSpPr>
        <p:spPr>
          <a:xfrm>
            <a:off x="3016250" y="9632950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CCF7A94-50AD-2585-4676-F87EBD70815A}"/>
              </a:ext>
            </a:extLst>
          </p:cNvPr>
          <p:cNvSpPr/>
          <p:nvPr/>
        </p:nvSpPr>
        <p:spPr>
          <a:xfrm>
            <a:off x="371021" y="10027788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DAB83D4-519D-ED8C-F62E-EC54D1ABCB7B}"/>
              </a:ext>
            </a:extLst>
          </p:cNvPr>
          <p:cNvSpPr/>
          <p:nvPr/>
        </p:nvSpPr>
        <p:spPr>
          <a:xfrm>
            <a:off x="2984500" y="1003884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A026BFF-8BB6-E67C-984D-8A5D0372B141}"/>
              </a:ext>
            </a:extLst>
          </p:cNvPr>
          <p:cNvSpPr/>
          <p:nvPr/>
        </p:nvSpPr>
        <p:spPr>
          <a:xfrm>
            <a:off x="6135370" y="4984750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DE200B3-A611-B87F-43FC-DDBFAE517D72}"/>
              </a:ext>
            </a:extLst>
          </p:cNvPr>
          <p:cNvSpPr/>
          <p:nvPr/>
        </p:nvSpPr>
        <p:spPr>
          <a:xfrm>
            <a:off x="6135370" y="587400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AE20B97-D234-C25D-210A-B6747D28C687}"/>
              </a:ext>
            </a:extLst>
          </p:cNvPr>
          <p:cNvSpPr/>
          <p:nvPr/>
        </p:nvSpPr>
        <p:spPr>
          <a:xfrm>
            <a:off x="5683250" y="5495168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8672201-9B9A-483D-3F5B-4108E1BCCD8F}"/>
              </a:ext>
            </a:extLst>
          </p:cNvPr>
          <p:cNvSpPr/>
          <p:nvPr/>
        </p:nvSpPr>
        <p:spPr>
          <a:xfrm>
            <a:off x="6132830" y="7678273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EFA7673-DA83-2D69-937D-03DD40DA629B}"/>
              </a:ext>
            </a:extLst>
          </p:cNvPr>
          <p:cNvSpPr/>
          <p:nvPr/>
        </p:nvSpPr>
        <p:spPr>
          <a:xfrm>
            <a:off x="6145530" y="8475382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DB5B2F3-CFCF-4947-195C-05CD04934DF7}"/>
              </a:ext>
            </a:extLst>
          </p:cNvPr>
          <p:cNvSpPr/>
          <p:nvPr/>
        </p:nvSpPr>
        <p:spPr>
          <a:xfrm>
            <a:off x="6132830" y="8977359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5786E3A-94C5-FD98-0490-5F65FF23B0D9}"/>
              </a:ext>
            </a:extLst>
          </p:cNvPr>
          <p:cNvSpPr/>
          <p:nvPr/>
        </p:nvSpPr>
        <p:spPr>
          <a:xfrm>
            <a:off x="5683250" y="6437502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FD7D16D-82CE-14C3-2314-85EF4C88F96D}"/>
              </a:ext>
            </a:extLst>
          </p:cNvPr>
          <p:cNvSpPr/>
          <p:nvPr/>
        </p:nvSpPr>
        <p:spPr>
          <a:xfrm>
            <a:off x="6132830" y="723935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BCD9F7B-39E6-237B-68AB-37988E7DF5BC}"/>
              </a:ext>
            </a:extLst>
          </p:cNvPr>
          <p:cNvSpPr/>
          <p:nvPr/>
        </p:nvSpPr>
        <p:spPr>
          <a:xfrm>
            <a:off x="6137910" y="4142867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18BF3BC-71E6-A184-4F4D-CE57C707F1E9}"/>
              </a:ext>
            </a:extLst>
          </p:cNvPr>
          <p:cNvSpPr/>
          <p:nvPr/>
        </p:nvSpPr>
        <p:spPr>
          <a:xfrm>
            <a:off x="6137910" y="367347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4C12082F-8046-FE40-07FB-4316037F7F41}"/>
              </a:ext>
            </a:extLst>
          </p:cNvPr>
          <p:cNvSpPr/>
          <p:nvPr/>
        </p:nvSpPr>
        <p:spPr>
          <a:xfrm>
            <a:off x="6140450" y="245427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497B7C3B-639A-325E-7D53-8C6DDF56B046}"/>
              </a:ext>
            </a:extLst>
          </p:cNvPr>
          <p:cNvSpPr/>
          <p:nvPr/>
        </p:nvSpPr>
        <p:spPr>
          <a:xfrm>
            <a:off x="6137910" y="2906840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2FCFE93-0ECB-B6D8-F178-BCEA1A25A007}"/>
              </a:ext>
            </a:extLst>
          </p:cNvPr>
          <p:cNvSpPr/>
          <p:nvPr/>
        </p:nvSpPr>
        <p:spPr>
          <a:xfrm>
            <a:off x="5683250" y="1633678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9C426248-8B61-7852-FD55-C1C070F52B8E}"/>
              </a:ext>
            </a:extLst>
          </p:cNvPr>
          <p:cNvSpPr/>
          <p:nvPr/>
        </p:nvSpPr>
        <p:spPr>
          <a:xfrm>
            <a:off x="5683250" y="2004621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13CB4F4D-8A74-E767-0E63-7A9E24AC10BC}"/>
              </a:ext>
            </a:extLst>
          </p:cNvPr>
          <p:cNvSpPr/>
          <p:nvPr/>
        </p:nvSpPr>
        <p:spPr>
          <a:xfrm>
            <a:off x="5651500" y="1178422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792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9006C9-2E62-8B0F-34A1-FD36ACD77F6D}"/>
              </a:ext>
            </a:extLst>
          </p:cNvPr>
          <p:cNvSpPr/>
          <p:nvPr/>
        </p:nvSpPr>
        <p:spPr>
          <a:xfrm>
            <a:off x="654050" y="168275"/>
            <a:ext cx="4267200" cy="381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xét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giáo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 Teacher’s comments</a:t>
            </a:r>
            <a:endParaRPr lang="vi-VN" sz="1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892C8D-B98F-814B-1513-07F86D38FBB4}"/>
              </a:ext>
            </a:extLst>
          </p:cNvPr>
          <p:cNvSpPr/>
          <p:nvPr/>
        </p:nvSpPr>
        <p:spPr>
          <a:xfrm>
            <a:off x="273050" y="601542"/>
            <a:ext cx="6248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Bin has shown great enthusiasm for learning English this year. He is building a solid foundation in recognizing letters and their sounds. He is always happy to participate in vocabulary games about natural disasters and his country. Bin shows a fantastic, continued effort in paying attention to instructions and always completes his homework on time.</a:t>
            </a:r>
            <a:endParaRPr lang="en-US" sz="1200" dirty="0">
              <a:latin typeface="Cambria" pitchFamily="18" charset="0"/>
            </a:endParaRPr>
          </a:p>
          <a:p>
            <a:endParaRPr lang="en-US" sz="1200" dirty="0">
              <a:latin typeface="Cambria" pitchFamily="18" charset="0"/>
            </a:endParaRPr>
          </a:p>
          <a:p>
            <a:r>
              <a:rPr lang="en-US" sz="1200" dirty="0">
                <a:latin typeface="Cambria" pitchFamily="18" charset="0"/>
              </a:rPr>
              <a:t>Vietnamese teacher’s comments</a:t>
            </a:r>
          </a:p>
          <a:p>
            <a:r>
              <a:rPr lang="en-US" sz="1200" dirty="0">
                <a:latin typeface="Cambria" pitchFamily="18" charset="0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</a:t>
            </a:r>
            <a:br>
              <a:rPr lang="en-US" sz="1200" dirty="0">
                <a:latin typeface="Cambria" pitchFamily="18" charset="0"/>
              </a:rPr>
            </a:br>
            <a:endParaRPr lang="en-US" sz="1200" dirty="0">
              <a:latin typeface="Cambria" pitchFamily="18" charset="0"/>
            </a:endParaRPr>
          </a:p>
          <a:p>
            <a:r>
              <a:rPr lang="en-US" sz="1200" dirty="0">
                <a:latin typeface="Cambria" pitchFamily="18" charset="0"/>
              </a:rPr>
              <a:t>                                                                                          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378919D-23E6-3B04-AED6-C712022B9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88408"/>
              </p:ext>
            </p:extLst>
          </p:nvPr>
        </p:nvGraphicFramePr>
        <p:xfrm>
          <a:off x="1111250" y="3423800"/>
          <a:ext cx="51054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410181533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03923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Foreign teacher’s signature</a:t>
                      </a: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Date:</a:t>
                      </a:r>
                    </a:p>
                    <a:p>
                      <a:endParaRPr lang="vi-VN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Vietnamese  teacher’s signature</a:t>
                      </a: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Date:</a:t>
                      </a:r>
                      <a:endParaRPr lang="vi-VN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226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63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1355</TotalTime>
  <Words>760</Words>
  <Application>Microsoft Office PowerPoint</Application>
  <PresentationFormat>Custom</PresentationFormat>
  <Paragraphs>183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Cambria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Jupiter_APR_TE</dc:title>
  <dc:creator>steamecanva</dc:creator>
  <cp:keywords>DAFXa5WrLIo,BAFKAT9jSuA</cp:keywords>
  <cp:lastModifiedBy>KAYONDO ABASS</cp:lastModifiedBy>
  <cp:revision>52</cp:revision>
  <dcterms:created xsi:type="dcterms:W3CDTF">2024-10-26T05:25:32Z</dcterms:created>
  <dcterms:modified xsi:type="dcterms:W3CDTF">2026-05-27T13:49:49Z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2023-02-28T00:00:00Z</vt:filetime>
  </property>
  <property fmtid="{D5CDD505-2E9C-101B-9397-08002B2CF9AE}" pid="3" name="Creator">
    <vt:lpwstr>Canva</vt:lpwstr>
  </property>
  <property fmtid="{D5CDD505-2E9C-101B-9397-08002B2CF9AE}" pid="4" name="LastSaved">
    <vt:filetime>2023-02-28T00:00:00Z</vt:filetime>
  </property>
</Properties>
</file>