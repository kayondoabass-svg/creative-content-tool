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teachers! Today we're going to play a fun game of Jeopardy to learn all about summer. We have two categories: 'Summer Fun!' and 'Summer Clothes &amp; Things!'. Each category has three clues worth 10, 20, and 30 points. Let's see how much we know about summer!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our first clue! Encourage students to think about what makes summer so warm and bright. After they guess, reveal the answer. Discuss how important the sun is for summer fun.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for our next clue! Ask students where they like to go to cool off when it's hot. Emphasize safety around water. Celebrate their correct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clue is about a delicious summer treat! Ask students about their favorite flavors. Talk about how it's a special treat for warm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we're moving to our 'Summer Clothes &amp; Things!' category! This clue is about something we wear on our feet. Ask students if they have flip-flops and when they wear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clue about an important accessory for sunny days. Discuss why it's good to protect our eyes from the sun. Maybe even have students 'model' their pretend sunglasses!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last clue! This is a classic item for a day at the beach. Ask students about their experiences building sandcastles. Great job everyone playing Summer Fun Jeopardy!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65760" y="256032"/>
            <a:ext cx="8412480" cy="621792"/>
          </a:xfrm>
          <a:prstGeom prst="rect">
            <a:avLst/>
          </a:prstGeom>
          <a:noFill/>
          <a:ln/>
        </p:spPr>
        <p:txBody>
          <a:bodyPr wrap="square" rtlCol="0" anchor="ctr"/>
          <a:lstStyle/>
          <a:p>
            <a:pPr indent="0" marL="0">
              <a:buNone/>
            </a:pPr>
            <a:r>
              <a:rPr lang="en-US" sz="3000" b="1" dirty="0">
                <a:solidFill>
                  <a:srgbClr val="1A1A2E"/>
                </a:solidFill>
              </a:rPr>
              <a:t>Summer Fun Jeopardy! Board</a:t>
            </a:r>
            <a:endParaRPr lang="en-US" sz="3000" dirty="0"/>
          </a:p>
        </p:txBody>
      </p:sp>
      <p:pic>
        <p:nvPicPr>
          <p:cNvPr id="3" name="Image 0" descr="preencoded.png">    </p:cNvPr>
          <p:cNvPicPr>
            <a:picLocks noChangeAspect="1"/>
          </p:cNvPicPr>
          <p:nvPr/>
        </p:nvPicPr>
        <p:blipFill>
          <a:blip r:embed="rId1"/>
          <a:srcRect l="0" r="0" t="0" b="0"/>
          <a:stretch/>
        </p:blipFill>
        <p:spPr>
          <a:xfrm>
            <a:off x="365760" y="932688"/>
            <a:ext cx="8412480" cy="3584448"/>
          </a:xfrm>
          <a:prstGeom prst="rect">
            <a:avLst/>
          </a:prstGeom>
        </p:spPr>
      </p:pic>
      <p:sp>
        <p:nvSpPr>
          <p:cNvPr id="5" name="Text 1"/>
          <p:cNvSpPr/>
          <p:nvPr/>
        </p:nvSpPr>
        <p:spPr>
          <a:xfrm>
            <a:off x="6217920" y="4553712"/>
            <a:ext cx="2560320" cy="256032"/>
          </a:xfrm>
          <a:prstGeom prst="rect">
            <a:avLst/>
          </a:prstGeom>
          <a:noFill/>
          <a:ln/>
        </p:spPr>
        <p:txBody>
          <a:bodyPr wrap="square" rtlCol="0" anchor="ctr"/>
          <a:lstStyle/>
          <a:p>
            <a:pPr algn="r" indent="0" marL="0">
              <a:buNone/>
            </a:pPr>
            <a:r>
              <a:rPr lang="en-US" sz="900" i="1" dirty="0">
                <a:solidFill>
                  <a:srgbClr val="AAAAAA"/>
                </a:solidFill>
              </a:rPr>
              <a:t>brightboardapp.com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65760" y="256032"/>
            <a:ext cx="8412480" cy="621792"/>
          </a:xfrm>
          <a:prstGeom prst="rect">
            <a:avLst/>
          </a:prstGeom>
          <a:noFill/>
          <a:ln/>
        </p:spPr>
        <p:txBody>
          <a:bodyPr wrap="square" rtlCol="0" anchor="ctr"/>
          <a:lstStyle/>
          <a:p>
            <a:pPr indent="0" marL="0">
              <a:buNone/>
            </a:pPr>
            <a:r>
              <a:rPr lang="en-US" sz="3000" b="1" dirty="0">
                <a:solidFill>
                  <a:srgbClr val="1A1A2E"/>
                </a:solidFill>
              </a:rPr>
              <a:t>Summer Fun! for 10 Points</a:t>
            </a:r>
            <a:endParaRPr lang="en-US" sz="3000" dirty="0"/>
          </a:p>
        </p:txBody>
      </p:sp>
      <p:pic>
        <p:nvPicPr>
          <p:cNvPr id="3" name="Image 0" descr="preencoded.png">    </p:cNvPr>
          <p:cNvPicPr>
            <a:picLocks noChangeAspect="1"/>
          </p:cNvPicPr>
          <p:nvPr/>
        </p:nvPicPr>
        <p:blipFill>
          <a:blip r:embed="rId1"/>
          <a:stretch>
            <a:fillRect/>
          </a:stretch>
        </p:blipFill>
        <p:spPr>
          <a:xfrm>
            <a:off x="365760" y="932688"/>
            <a:ext cx="4160520" cy="3584448"/>
          </a:xfrm>
          <a:prstGeom prst="rect">
            <a:avLst/>
          </a:prstGeom>
        </p:spPr>
      </p:pic>
      <p:sp>
        <p:nvSpPr>
          <p:cNvPr id="4" name="Text 1"/>
          <p:cNvSpPr/>
          <p:nvPr/>
        </p:nvSpPr>
        <p:spPr>
          <a:xfrm>
            <a:off x="4690872" y="932688"/>
            <a:ext cx="4087368" cy="3584448"/>
          </a:xfrm>
          <a:prstGeom prst="rect">
            <a:avLst/>
          </a:prstGeom>
          <a:noFill/>
          <a:ln/>
        </p:spPr>
        <p:txBody>
          <a:bodyPr wrap="square" rtlCol="0" anchor="t"/>
          <a:lstStyle/>
          <a:p>
            <a:pPr marL="342900" indent="-342900">
              <a:buSzPct val="100000"/>
              <a:buChar char="•"/>
            </a:pPr>
            <a:r>
              <a:rPr lang="en-US" sz="1700" dirty="0">
                <a:solidFill>
                  <a:srgbClr val="333333"/>
                </a:solidFill>
              </a:rPr>
              <a:t>📋 Clue: This is a big, hot star in the sky that makes summer warm and bright.</a:t>
            </a:r>
            <a:endParaRPr lang="en-US" sz="1700" dirty="0"/>
          </a:p>
          <a:p>
            <a:pPr marL="342900" indent="-342900">
              <a:buSzPct val="100000"/>
              <a:buChar char="•"/>
            </a:pPr>
            <a:r>
              <a:rPr lang="en-US" sz="1700" dirty="0">
                <a:solidFill>
                  <a:srgbClr val="333333"/>
                </a:solidFill>
              </a:rPr>
              <a:t>🤔 Think of your answer...</a:t>
            </a:r>
            <a:endParaRPr lang="en-US" sz="1700" dirty="0"/>
          </a:p>
          <a:p>
            <a:pPr marL="342900" indent="-342900">
              <a:buSzPct val="100000"/>
              <a:buChar char="•"/>
            </a:pPr>
            <a:r>
              <a:rPr lang="en-US" sz="1700" dirty="0">
                <a:solidFill>
                  <a:srgbClr val="333333"/>
                </a:solidFill>
              </a:rPr>
              <a:t>✅ Answer: What is the sun?</a:t>
            </a:r>
            <a:endParaRPr lang="en-US" sz="1700" dirty="0"/>
          </a:p>
        </p:txBody>
      </p:sp>
      <p:sp>
        <p:nvSpPr>
          <p:cNvPr id="6" name="Text 2"/>
          <p:cNvSpPr/>
          <p:nvPr/>
        </p:nvSpPr>
        <p:spPr>
          <a:xfrm>
            <a:off x="6217920" y="4553712"/>
            <a:ext cx="2560320" cy="256032"/>
          </a:xfrm>
          <a:prstGeom prst="rect">
            <a:avLst/>
          </a:prstGeom>
          <a:noFill/>
          <a:ln/>
        </p:spPr>
        <p:txBody>
          <a:bodyPr wrap="square" rtlCol="0" anchor="ctr"/>
          <a:lstStyle/>
          <a:p>
            <a:pPr algn="r" indent="0" marL="0">
              <a:buNone/>
            </a:pPr>
            <a:r>
              <a:rPr lang="en-US" sz="900" i="1" dirty="0">
                <a:solidFill>
                  <a:srgbClr val="AAAAAA"/>
                </a:solidFill>
              </a:rPr>
              <a:t>brightboardapp.com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65760" y="256032"/>
            <a:ext cx="8412480" cy="621792"/>
          </a:xfrm>
          <a:prstGeom prst="rect">
            <a:avLst/>
          </a:prstGeom>
          <a:noFill/>
          <a:ln/>
        </p:spPr>
        <p:txBody>
          <a:bodyPr wrap="square" rtlCol="0" anchor="ctr"/>
          <a:lstStyle/>
          <a:p>
            <a:pPr indent="0" marL="0">
              <a:buNone/>
            </a:pPr>
            <a:r>
              <a:rPr lang="en-US" sz="3000" b="1" dirty="0">
                <a:solidFill>
                  <a:srgbClr val="1A1A2E"/>
                </a:solidFill>
              </a:rPr>
              <a:t>Summer Fun! for 20 Points</a:t>
            </a:r>
            <a:endParaRPr lang="en-US" sz="3000" dirty="0"/>
          </a:p>
        </p:txBody>
      </p:sp>
      <p:pic>
        <p:nvPicPr>
          <p:cNvPr id="3" name="Image 0" descr="preencoded.png">    </p:cNvPr>
          <p:cNvPicPr>
            <a:picLocks noChangeAspect="1"/>
          </p:cNvPicPr>
          <p:nvPr/>
        </p:nvPicPr>
        <p:blipFill>
          <a:blip r:embed="rId1"/>
          <a:stretch>
            <a:fillRect/>
          </a:stretch>
        </p:blipFill>
        <p:spPr>
          <a:xfrm>
            <a:off x="365760" y="932688"/>
            <a:ext cx="4160520" cy="3584448"/>
          </a:xfrm>
          <a:prstGeom prst="rect">
            <a:avLst/>
          </a:prstGeom>
        </p:spPr>
      </p:pic>
      <p:sp>
        <p:nvSpPr>
          <p:cNvPr id="4" name="Text 1"/>
          <p:cNvSpPr/>
          <p:nvPr/>
        </p:nvSpPr>
        <p:spPr>
          <a:xfrm>
            <a:off x="4690872" y="932688"/>
            <a:ext cx="4087368" cy="3584448"/>
          </a:xfrm>
          <a:prstGeom prst="rect">
            <a:avLst/>
          </a:prstGeom>
          <a:noFill/>
          <a:ln/>
        </p:spPr>
        <p:txBody>
          <a:bodyPr wrap="square" rtlCol="0" anchor="t"/>
          <a:lstStyle/>
          <a:p>
            <a:pPr marL="342900" indent="-342900">
              <a:buSzPct val="100000"/>
              <a:buChar char="•"/>
            </a:pPr>
            <a:r>
              <a:rPr lang="en-US" sz="1700" dirty="0">
                <a:solidFill>
                  <a:srgbClr val="333333"/>
                </a:solidFill>
              </a:rPr>
              <a:t>📋 Clue: On a hot day, we can jump and splash in this cool place, maybe even with a floaty!</a:t>
            </a:r>
            <a:endParaRPr lang="en-US" sz="1700" dirty="0"/>
          </a:p>
          <a:p>
            <a:pPr marL="342900" indent="-342900">
              <a:buSzPct val="100000"/>
              <a:buChar char="•"/>
            </a:pPr>
            <a:r>
              <a:rPr lang="en-US" sz="1700" dirty="0">
                <a:solidFill>
                  <a:srgbClr val="333333"/>
                </a:solidFill>
              </a:rPr>
              <a:t>🤔 Think of your answer...</a:t>
            </a:r>
            <a:endParaRPr lang="en-US" sz="1700" dirty="0"/>
          </a:p>
          <a:p>
            <a:pPr marL="342900" indent="-342900">
              <a:buSzPct val="100000"/>
              <a:buChar char="•"/>
            </a:pPr>
            <a:r>
              <a:rPr lang="en-US" sz="1700" dirty="0">
                <a:solidFill>
                  <a:srgbClr val="333333"/>
                </a:solidFill>
              </a:rPr>
              <a:t>✅ Answer: What is a swimming pool?</a:t>
            </a:r>
            <a:endParaRPr lang="en-US" sz="1700" dirty="0"/>
          </a:p>
        </p:txBody>
      </p:sp>
      <p:sp>
        <p:nvSpPr>
          <p:cNvPr id="6" name="Text 2"/>
          <p:cNvSpPr/>
          <p:nvPr/>
        </p:nvSpPr>
        <p:spPr>
          <a:xfrm>
            <a:off x="6217920" y="4553712"/>
            <a:ext cx="2560320" cy="256032"/>
          </a:xfrm>
          <a:prstGeom prst="rect">
            <a:avLst/>
          </a:prstGeom>
          <a:noFill/>
          <a:ln/>
        </p:spPr>
        <p:txBody>
          <a:bodyPr wrap="square" rtlCol="0" anchor="ctr"/>
          <a:lstStyle/>
          <a:p>
            <a:pPr algn="r" indent="0" marL="0">
              <a:buNone/>
            </a:pPr>
            <a:r>
              <a:rPr lang="en-US" sz="900" i="1" dirty="0">
                <a:solidFill>
                  <a:srgbClr val="AAAAAA"/>
                </a:solidFill>
              </a:rPr>
              <a:t>brightboardapp.com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65760" y="256032"/>
            <a:ext cx="8412480" cy="621792"/>
          </a:xfrm>
          <a:prstGeom prst="rect">
            <a:avLst/>
          </a:prstGeom>
          <a:noFill/>
          <a:ln/>
        </p:spPr>
        <p:txBody>
          <a:bodyPr wrap="square" rtlCol="0" anchor="ctr"/>
          <a:lstStyle/>
          <a:p>
            <a:pPr indent="0" marL="0">
              <a:buNone/>
            </a:pPr>
            <a:r>
              <a:rPr lang="en-US" sz="3000" b="1" dirty="0">
                <a:solidFill>
                  <a:srgbClr val="1A1A2E"/>
                </a:solidFill>
              </a:rPr>
              <a:t>Summer Fun! for 30 Points</a:t>
            </a:r>
            <a:endParaRPr lang="en-US" sz="3000" dirty="0"/>
          </a:p>
        </p:txBody>
      </p:sp>
      <p:pic>
        <p:nvPicPr>
          <p:cNvPr id="3" name="Image 0" descr="preencoded.png">    </p:cNvPr>
          <p:cNvPicPr>
            <a:picLocks noChangeAspect="1"/>
          </p:cNvPicPr>
          <p:nvPr/>
        </p:nvPicPr>
        <p:blipFill>
          <a:blip r:embed="rId1"/>
          <a:stretch>
            <a:fillRect/>
          </a:stretch>
        </p:blipFill>
        <p:spPr>
          <a:xfrm>
            <a:off x="365760" y="932688"/>
            <a:ext cx="4160520" cy="3584448"/>
          </a:xfrm>
          <a:prstGeom prst="rect">
            <a:avLst/>
          </a:prstGeom>
        </p:spPr>
      </p:pic>
      <p:sp>
        <p:nvSpPr>
          <p:cNvPr id="4" name="Text 1"/>
          <p:cNvSpPr/>
          <p:nvPr/>
        </p:nvSpPr>
        <p:spPr>
          <a:xfrm>
            <a:off x="4690872" y="932688"/>
            <a:ext cx="4087368" cy="3584448"/>
          </a:xfrm>
          <a:prstGeom prst="rect">
            <a:avLst/>
          </a:prstGeom>
          <a:noFill/>
          <a:ln/>
        </p:spPr>
        <p:txBody>
          <a:bodyPr wrap="square" rtlCol="0" anchor="t"/>
          <a:lstStyle/>
          <a:p>
            <a:pPr marL="342900" indent="-342900">
              <a:buSzPct val="100000"/>
              <a:buChar char="•"/>
            </a:pPr>
            <a:r>
              <a:rPr lang="en-US" sz="1700" dirty="0">
                <a:solidFill>
                  <a:srgbClr val="333333"/>
                </a:solidFill>
              </a:rPr>
              <a:t>📋 Clue: This yummy, cold treat melts fast and comes in flavors like chocolate, vanilla, and strawberry.</a:t>
            </a:r>
            <a:endParaRPr lang="en-US" sz="1700" dirty="0"/>
          </a:p>
          <a:p>
            <a:pPr marL="342900" indent="-342900">
              <a:buSzPct val="100000"/>
              <a:buChar char="•"/>
            </a:pPr>
            <a:r>
              <a:rPr lang="en-US" sz="1700" dirty="0">
                <a:solidFill>
                  <a:srgbClr val="333333"/>
                </a:solidFill>
              </a:rPr>
              <a:t>🤔 Think of your answer...</a:t>
            </a:r>
            <a:endParaRPr lang="en-US" sz="1700" dirty="0"/>
          </a:p>
          <a:p>
            <a:pPr marL="342900" indent="-342900">
              <a:buSzPct val="100000"/>
              <a:buChar char="•"/>
            </a:pPr>
            <a:r>
              <a:rPr lang="en-US" sz="1700" dirty="0">
                <a:solidFill>
                  <a:srgbClr val="333333"/>
                </a:solidFill>
              </a:rPr>
              <a:t>✅ Answer: What is ice cream?</a:t>
            </a:r>
            <a:endParaRPr lang="en-US" sz="1700" dirty="0"/>
          </a:p>
        </p:txBody>
      </p:sp>
      <p:sp>
        <p:nvSpPr>
          <p:cNvPr id="6" name="Text 2"/>
          <p:cNvSpPr/>
          <p:nvPr/>
        </p:nvSpPr>
        <p:spPr>
          <a:xfrm>
            <a:off x="6217920" y="4553712"/>
            <a:ext cx="2560320" cy="256032"/>
          </a:xfrm>
          <a:prstGeom prst="rect">
            <a:avLst/>
          </a:prstGeom>
          <a:noFill/>
          <a:ln/>
        </p:spPr>
        <p:txBody>
          <a:bodyPr wrap="square" rtlCol="0" anchor="ctr"/>
          <a:lstStyle/>
          <a:p>
            <a:pPr algn="r" indent="0" marL="0">
              <a:buNone/>
            </a:pPr>
            <a:r>
              <a:rPr lang="en-US" sz="900" i="1" dirty="0">
                <a:solidFill>
                  <a:srgbClr val="AAAAAA"/>
                </a:solidFill>
              </a:rPr>
              <a:t>brightboardapp.com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65760" y="256032"/>
            <a:ext cx="8412480" cy="621792"/>
          </a:xfrm>
          <a:prstGeom prst="rect">
            <a:avLst/>
          </a:prstGeom>
          <a:noFill/>
          <a:ln/>
        </p:spPr>
        <p:txBody>
          <a:bodyPr wrap="square" rtlCol="0" anchor="ctr"/>
          <a:lstStyle/>
          <a:p>
            <a:pPr indent="0" marL="0">
              <a:buNone/>
            </a:pPr>
            <a:r>
              <a:rPr lang="en-US" sz="3000" b="1" dirty="0">
                <a:solidFill>
                  <a:srgbClr val="1A1A2E"/>
                </a:solidFill>
              </a:rPr>
              <a:t>Summer Clothes &amp; Things! for 10 Points</a:t>
            </a:r>
            <a:endParaRPr lang="en-US" sz="3000" dirty="0"/>
          </a:p>
        </p:txBody>
      </p:sp>
      <p:pic>
        <p:nvPicPr>
          <p:cNvPr id="3" name="Image 0" descr="preencoded.png">    </p:cNvPr>
          <p:cNvPicPr>
            <a:picLocks noChangeAspect="1"/>
          </p:cNvPicPr>
          <p:nvPr/>
        </p:nvPicPr>
        <p:blipFill>
          <a:blip r:embed="rId1"/>
          <a:stretch>
            <a:fillRect/>
          </a:stretch>
        </p:blipFill>
        <p:spPr>
          <a:xfrm>
            <a:off x="365760" y="932688"/>
            <a:ext cx="4160520" cy="3584448"/>
          </a:xfrm>
          <a:prstGeom prst="rect">
            <a:avLst/>
          </a:prstGeom>
        </p:spPr>
      </p:pic>
      <p:sp>
        <p:nvSpPr>
          <p:cNvPr id="4" name="Text 1"/>
          <p:cNvSpPr/>
          <p:nvPr/>
        </p:nvSpPr>
        <p:spPr>
          <a:xfrm>
            <a:off x="4690872" y="932688"/>
            <a:ext cx="4087368" cy="3584448"/>
          </a:xfrm>
          <a:prstGeom prst="rect">
            <a:avLst/>
          </a:prstGeom>
          <a:noFill/>
          <a:ln/>
        </p:spPr>
        <p:txBody>
          <a:bodyPr wrap="square" rtlCol="0" anchor="t"/>
          <a:lstStyle/>
          <a:p>
            <a:pPr marL="342900" indent="-342900">
              <a:buSzPct val="100000"/>
              <a:buChar char="•"/>
            </a:pPr>
            <a:r>
              <a:rPr lang="en-US" sz="1700" dirty="0">
                <a:solidFill>
                  <a:srgbClr val="333333"/>
                </a:solidFill>
              </a:rPr>
              <a:t>📋 Clue: These go on your feet to protect them from hot sand, and they often have a strap between your toes.</a:t>
            </a:r>
            <a:endParaRPr lang="en-US" sz="1700" dirty="0"/>
          </a:p>
          <a:p>
            <a:pPr marL="342900" indent="-342900">
              <a:buSzPct val="100000"/>
              <a:buChar char="•"/>
            </a:pPr>
            <a:r>
              <a:rPr lang="en-US" sz="1700" dirty="0">
                <a:solidFill>
                  <a:srgbClr val="333333"/>
                </a:solidFill>
              </a:rPr>
              <a:t>🤔 Think of your answer...</a:t>
            </a:r>
            <a:endParaRPr lang="en-US" sz="1700" dirty="0"/>
          </a:p>
          <a:p>
            <a:pPr marL="342900" indent="-342900">
              <a:buSzPct val="100000"/>
              <a:buChar char="•"/>
            </a:pPr>
            <a:r>
              <a:rPr lang="en-US" sz="1700" dirty="0">
                <a:solidFill>
                  <a:srgbClr val="333333"/>
                </a:solidFill>
              </a:rPr>
              <a:t>✅ Answer: What are flip-flops?</a:t>
            </a:r>
            <a:endParaRPr lang="en-US" sz="1700" dirty="0"/>
          </a:p>
        </p:txBody>
      </p:sp>
      <p:sp>
        <p:nvSpPr>
          <p:cNvPr id="6" name="Text 2"/>
          <p:cNvSpPr/>
          <p:nvPr/>
        </p:nvSpPr>
        <p:spPr>
          <a:xfrm>
            <a:off x="6217920" y="4553712"/>
            <a:ext cx="2560320" cy="256032"/>
          </a:xfrm>
          <a:prstGeom prst="rect">
            <a:avLst/>
          </a:prstGeom>
          <a:noFill/>
          <a:ln/>
        </p:spPr>
        <p:txBody>
          <a:bodyPr wrap="square" rtlCol="0" anchor="ctr"/>
          <a:lstStyle/>
          <a:p>
            <a:pPr algn="r" indent="0" marL="0">
              <a:buNone/>
            </a:pPr>
            <a:r>
              <a:rPr lang="en-US" sz="900" i="1" dirty="0">
                <a:solidFill>
                  <a:srgbClr val="AAAAAA"/>
                </a:solidFill>
              </a:rPr>
              <a:t>brightboardapp.com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65760" y="256032"/>
            <a:ext cx="8412480" cy="621792"/>
          </a:xfrm>
          <a:prstGeom prst="rect">
            <a:avLst/>
          </a:prstGeom>
          <a:noFill/>
          <a:ln/>
        </p:spPr>
        <p:txBody>
          <a:bodyPr wrap="square" rtlCol="0" anchor="ctr"/>
          <a:lstStyle/>
          <a:p>
            <a:pPr indent="0" marL="0">
              <a:buNone/>
            </a:pPr>
            <a:r>
              <a:rPr lang="en-US" sz="3000" b="1" dirty="0">
                <a:solidFill>
                  <a:srgbClr val="1A1A2E"/>
                </a:solidFill>
              </a:rPr>
              <a:t>Summer Clothes &amp; Things! for 20 Points</a:t>
            </a:r>
            <a:endParaRPr lang="en-US" sz="3000" dirty="0"/>
          </a:p>
        </p:txBody>
      </p:sp>
      <p:pic>
        <p:nvPicPr>
          <p:cNvPr id="3" name="Image 0" descr="preencoded.png">    </p:cNvPr>
          <p:cNvPicPr>
            <a:picLocks noChangeAspect="1"/>
          </p:cNvPicPr>
          <p:nvPr/>
        </p:nvPicPr>
        <p:blipFill>
          <a:blip r:embed="rId1"/>
          <a:stretch>
            <a:fillRect/>
          </a:stretch>
        </p:blipFill>
        <p:spPr>
          <a:xfrm>
            <a:off x="365760" y="932688"/>
            <a:ext cx="4160520" cy="3584448"/>
          </a:xfrm>
          <a:prstGeom prst="rect">
            <a:avLst/>
          </a:prstGeom>
        </p:spPr>
      </p:pic>
      <p:sp>
        <p:nvSpPr>
          <p:cNvPr id="4" name="Text 1"/>
          <p:cNvSpPr/>
          <p:nvPr/>
        </p:nvSpPr>
        <p:spPr>
          <a:xfrm>
            <a:off x="4690872" y="932688"/>
            <a:ext cx="4087368" cy="3584448"/>
          </a:xfrm>
          <a:prstGeom prst="rect">
            <a:avLst/>
          </a:prstGeom>
          <a:noFill/>
          <a:ln/>
        </p:spPr>
        <p:txBody>
          <a:bodyPr wrap="square" rtlCol="0" anchor="t"/>
          <a:lstStyle/>
          <a:p>
            <a:pPr marL="342900" indent="-342900">
              <a:buSzPct val="100000"/>
              <a:buChar char="•"/>
            </a:pPr>
            <a:r>
              <a:rPr lang="en-US" sz="1700" dirty="0">
                <a:solidFill>
                  <a:srgbClr val="333333"/>
                </a:solidFill>
              </a:rPr>
              <a:t>📋 Clue: When the sun is very bright, we wear these on our eyes to help us see better and protect them.</a:t>
            </a:r>
            <a:endParaRPr lang="en-US" sz="1700" dirty="0"/>
          </a:p>
          <a:p>
            <a:pPr marL="342900" indent="-342900">
              <a:buSzPct val="100000"/>
              <a:buChar char="•"/>
            </a:pPr>
            <a:r>
              <a:rPr lang="en-US" sz="1700" dirty="0">
                <a:solidFill>
                  <a:srgbClr val="333333"/>
                </a:solidFill>
              </a:rPr>
              <a:t>🤔 Think of your answer...</a:t>
            </a:r>
            <a:endParaRPr lang="en-US" sz="1700" dirty="0"/>
          </a:p>
          <a:p>
            <a:pPr marL="342900" indent="-342900">
              <a:buSzPct val="100000"/>
              <a:buChar char="•"/>
            </a:pPr>
            <a:r>
              <a:rPr lang="en-US" sz="1700" dirty="0">
                <a:solidFill>
                  <a:srgbClr val="333333"/>
                </a:solidFill>
              </a:rPr>
              <a:t>✅ Answer: What are sunglasses?</a:t>
            </a:r>
            <a:endParaRPr lang="en-US" sz="1700" dirty="0"/>
          </a:p>
        </p:txBody>
      </p:sp>
      <p:sp>
        <p:nvSpPr>
          <p:cNvPr id="6" name="Text 2"/>
          <p:cNvSpPr/>
          <p:nvPr/>
        </p:nvSpPr>
        <p:spPr>
          <a:xfrm>
            <a:off x="6217920" y="4553712"/>
            <a:ext cx="2560320" cy="256032"/>
          </a:xfrm>
          <a:prstGeom prst="rect">
            <a:avLst/>
          </a:prstGeom>
          <a:noFill/>
          <a:ln/>
        </p:spPr>
        <p:txBody>
          <a:bodyPr wrap="square" rtlCol="0" anchor="ctr"/>
          <a:lstStyle/>
          <a:p>
            <a:pPr algn="r" indent="0" marL="0">
              <a:buNone/>
            </a:pPr>
            <a:r>
              <a:rPr lang="en-US" sz="900" i="1" dirty="0">
                <a:solidFill>
                  <a:srgbClr val="AAAAAA"/>
                </a:solidFill>
              </a:rPr>
              <a:t>brightboardapp.com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65760" y="256032"/>
            <a:ext cx="8412480" cy="621792"/>
          </a:xfrm>
          <a:prstGeom prst="rect">
            <a:avLst/>
          </a:prstGeom>
          <a:noFill/>
          <a:ln/>
        </p:spPr>
        <p:txBody>
          <a:bodyPr wrap="square" rtlCol="0" anchor="ctr"/>
          <a:lstStyle/>
          <a:p>
            <a:pPr indent="0" marL="0">
              <a:buNone/>
            </a:pPr>
            <a:r>
              <a:rPr lang="en-US" sz="3000" b="1" dirty="0">
                <a:solidFill>
                  <a:srgbClr val="1A1A2E"/>
                </a:solidFill>
              </a:rPr>
              <a:t>Summer Clothes &amp; Things! for 30 Points</a:t>
            </a:r>
            <a:endParaRPr lang="en-US" sz="3000" dirty="0"/>
          </a:p>
        </p:txBody>
      </p:sp>
      <p:pic>
        <p:nvPicPr>
          <p:cNvPr id="3" name="Image 0" descr="preencoded.png">    </p:cNvPr>
          <p:cNvPicPr>
            <a:picLocks noChangeAspect="1"/>
          </p:cNvPicPr>
          <p:nvPr/>
        </p:nvPicPr>
        <p:blipFill>
          <a:blip r:embed="rId1"/>
          <a:stretch>
            <a:fillRect/>
          </a:stretch>
        </p:blipFill>
        <p:spPr>
          <a:xfrm>
            <a:off x="365760" y="932688"/>
            <a:ext cx="4160520" cy="3584448"/>
          </a:xfrm>
          <a:prstGeom prst="rect">
            <a:avLst/>
          </a:prstGeom>
        </p:spPr>
      </p:pic>
      <p:sp>
        <p:nvSpPr>
          <p:cNvPr id="4" name="Text 1"/>
          <p:cNvSpPr/>
          <p:nvPr/>
        </p:nvSpPr>
        <p:spPr>
          <a:xfrm>
            <a:off x="4690872" y="932688"/>
            <a:ext cx="4087368" cy="3584448"/>
          </a:xfrm>
          <a:prstGeom prst="rect">
            <a:avLst/>
          </a:prstGeom>
          <a:noFill/>
          <a:ln/>
        </p:spPr>
        <p:txBody>
          <a:bodyPr wrap="square" rtlCol="0" anchor="t"/>
          <a:lstStyle/>
          <a:p>
            <a:pPr marL="342900" indent="-342900">
              <a:buSzPct val="100000"/>
              <a:buChar char="•"/>
            </a:pPr>
            <a:r>
              <a:rPr lang="en-US" sz="1700" dirty="0">
                <a:solidFill>
                  <a:srgbClr val="333333"/>
                </a:solidFill>
              </a:rPr>
              <a:t>📋 Clue: We use this to build sandcastles at the beach, and it holds sand and water.</a:t>
            </a:r>
            <a:endParaRPr lang="en-US" sz="1700" dirty="0"/>
          </a:p>
          <a:p>
            <a:pPr marL="342900" indent="-342900">
              <a:buSzPct val="100000"/>
              <a:buChar char="•"/>
            </a:pPr>
            <a:r>
              <a:rPr lang="en-US" sz="1700" dirty="0">
                <a:solidFill>
                  <a:srgbClr val="333333"/>
                </a:solidFill>
              </a:rPr>
              <a:t>🤔 Think of your answer...</a:t>
            </a:r>
            <a:endParaRPr lang="en-US" sz="1700" dirty="0"/>
          </a:p>
          <a:p>
            <a:pPr marL="342900" indent="-342900">
              <a:buSzPct val="100000"/>
              <a:buChar char="•"/>
            </a:pPr>
            <a:r>
              <a:rPr lang="en-US" sz="1700" dirty="0">
                <a:solidFill>
                  <a:srgbClr val="333333"/>
                </a:solidFill>
              </a:rPr>
              <a:t>✅ Answer: What is a bucket and shovel?</a:t>
            </a:r>
            <a:endParaRPr lang="en-US" sz="1700" dirty="0"/>
          </a:p>
        </p:txBody>
      </p:sp>
      <p:sp>
        <p:nvSpPr>
          <p:cNvPr id="6" name="Text 2"/>
          <p:cNvSpPr/>
          <p:nvPr/>
        </p:nvSpPr>
        <p:spPr>
          <a:xfrm>
            <a:off x="6217920" y="4553712"/>
            <a:ext cx="2560320" cy="256032"/>
          </a:xfrm>
          <a:prstGeom prst="rect">
            <a:avLst/>
          </a:prstGeom>
          <a:noFill/>
          <a:ln/>
        </p:spPr>
        <p:txBody>
          <a:bodyPr wrap="square" rtlCol="0" anchor="ctr"/>
          <a:lstStyle/>
          <a:p>
            <a:pPr algn="r" indent="0" marL="0">
              <a:buNone/>
            </a:pPr>
            <a:r>
              <a:rPr lang="en-US" sz="900" i="1" dirty="0">
                <a:solidFill>
                  <a:srgbClr val="AAAAAA"/>
                </a:solidFill>
              </a:rPr>
              <a:t>brightboardapp.com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Summer Fun Jeopardy!</dc:title>
  <dc:subject>PptxGenJS Presentation</dc:subject>
  <dc:creator>BrightBoard</dc:creator>
  <cp:lastModifiedBy>BrightBoard</cp:lastModifiedBy>
  <cp:revision>1</cp:revision>
  <dcterms:created xsi:type="dcterms:W3CDTF">2026-05-31T13:03:55Z</dcterms:created>
  <dcterms:modified xsi:type="dcterms:W3CDTF">2026-05-31T13:03:55Z</dcterms:modified>
</cp:coreProperties>
</file>