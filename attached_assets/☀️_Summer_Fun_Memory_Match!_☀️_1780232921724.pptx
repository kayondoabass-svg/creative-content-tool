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teachers! Today we're going to play a fun Memory Match game all about summer. We'll look at cards with words and cards with pictures. Your students will listen to clues and try to guess the summer activity! You can print these slides and cut them out to play as a physical memory game, or use them digitally to guess together as a class.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clues aloud to your students. Encourage them to think about what summer place or activity fits all the clues. Ask them to share their ideas before moving to the next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picture to the class. Ask them if their guesses matched. Reinforce the word 'beach' and discuss what they see in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clues aloud. Prompt students to think about their favorite cold treats. What do they love to eat when it's hot outside? Listen to their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picture. Confirm if their guesses were correct. Discuss the colors and what flavors they might imagine. Emphasize the word 'ice cream'.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clues. Ask students where they like to go to cool down. Remind them about the importance of safety around water, especially swimming with an adult.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final picture. Celebrate their correct guesses. Review all the summer words and pictures they've matched today. Encourage them to share their favorite summer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 Summer Fun Memory Match! ☀️</a:t>
            </a:r>
            <a:endParaRPr lang="en-US" sz="3000" dirty="0"/>
          </a:p>
        </p:txBody>
      </p:sp>
      <p:pic>
        <p:nvPicPr>
          <p:cNvPr id="3" name="Image 0" descr="preencoded.png">    </p:cNvPr>
          <p:cNvPicPr>
            <a:picLocks noChangeAspect="1"/>
          </p:cNvPicPr>
          <p:nvPr/>
        </p:nvPicPr>
        <p:blipFill>
          <a:blip r:embed="rId1"/>
          <a:srcRect l="0" r="0" t="0" b="0"/>
          <a:stretch/>
        </p:blipFill>
        <p:spPr>
          <a:xfrm>
            <a:off x="365760" y="932688"/>
            <a:ext cx="8412480" cy="3584448"/>
          </a:xfrm>
          <a:prstGeom prst="rect">
            <a:avLst/>
          </a:prstGeom>
        </p:spPr>
      </p:pic>
      <p:sp>
        <p:nvSpPr>
          <p:cNvPr id="5" name="Text 1"/>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 Beach</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You can find sand here.</a:t>
            </a:r>
            <a:endParaRPr lang="en-US" sz="1700" dirty="0"/>
          </a:p>
          <a:p>
            <a:pPr marL="342900" indent="-342900">
              <a:buSzPct val="100000"/>
              <a:buChar char="•"/>
            </a:pPr>
            <a:r>
              <a:rPr lang="en-US" sz="1700" dirty="0">
                <a:solidFill>
                  <a:srgbClr val="333333"/>
                </a:solidFill>
              </a:rPr>
              <a:t>It's next to the big ocean.</a:t>
            </a:r>
            <a:endParaRPr lang="en-US" sz="1700" dirty="0"/>
          </a:p>
          <a:p>
            <a:pPr marL="342900" indent="-342900">
              <a:buSzPct val="100000"/>
              <a:buChar char="•"/>
            </a:pPr>
            <a:r>
              <a:rPr lang="en-US" sz="1700" dirty="0">
                <a:solidFill>
                  <a:srgbClr val="333333"/>
                </a:solidFill>
              </a:rPr>
              <a:t>People like to swim and build sandcastles.</a:t>
            </a:r>
            <a:endParaRPr lang="en-US" sz="1700" dirty="0"/>
          </a:p>
          <a:p>
            <a:pPr marL="342900" indent="-342900">
              <a:buSzPct val="100000"/>
              <a:buChar char="•"/>
            </a:pPr>
            <a:r>
              <a:rPr lang="en-US" sz="1700" dirty="0">
                <a:solidFill>
                  <a:srgbClr val="333333"/>
                </a:solidFill>
              </a:rPr>
              <a:t>You might see seashells!</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 What is this?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Look closely at the picture!</a:t>
            </a:r>
            <a:endParaRPr lang="en-US" sz="1700" dirty="0"/>
          </a:p>
          <a:p>
            <a:pPr marL="342900" indent="-342900">
              <a:buSzPct val="100000"/>
              <a:buChar char="•"/>
            </a:pPr>
            <a:r>
              <a:rPr lang="en-US" sz="1700" dirty="0">
                <a:solidFill>
                  <a:srgbClr val="333333"/>
                </a:solidFill>
              </a:rPr>
              <a:t>What do you see?</a:t>
            </a:r>
            <a:endParaRPr lang="en-US" sz="1700" dirty="0"/>
          </a:p>
          <a:p>
            <a:pPr marL="342900" indent="-342900">
              <a:buSzPct val="100000"/>
              <a:buChar char="•"/>
            </a:pPr>
            <a:r>
              <a:rPr lang="en-US" sz="1700" dirty="0">
                <a:solidFill>
                  <a:srgbClr val="333333"/>
                </a:solidFill>
              </a:rPr>
              <a:t>Is it a place with sand and water?</a:t>
            </a:r>
            <a:endParaRPr lang="en-US" sz="1700" dirty="0"/>
          </a:p>
          <a:p>
            <a:pPr marL="342900" indent="-342900">
              <a:buSzPct val="100000"/>
              <a:buChar char="•"/>
            </a:pPr>
            <a:r>
              <a:rPr lang="en-US" sz="1700" dirty="0">
                <a:solidFill>
                  <a:srgbClr val="333333"/>
                </a:solidFill>
              </a:rPr>
              <a:t>It's a... BEACH!</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 Ice Cream</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It's a yummy, cold treat.</a:t>
            </a:r>
            <a:endParaRPr lang="en-US" sz="1700" dirty="0"/>
          </a:p>
          <a:p>
            <a:pPr marL="342900" indent="-342900">
              <a:buSzPct val="100000"/>
              <a:buChar char="•"/>
            </a:pPr>
            <a:r>
              <a:rPr lang="en-US" sz="1700" dirty="0">
                <a:solidFill>
                  <a:srgbClr val="333333"/>
                </a:solidFill>
              </a:rPr>
              <a:t>It comes in many flavors like chocolate and vanilla.</a:t>
            </a:r>
            <a:endParaRPr lang="en-US" sz="1700" dirty="0"/>
          </a:p>
          <a:p>
            <a:pPr marL="342900" indent="-342900">
              <a:buSzPct val="100000"/>
              <a:buChar char="•"/>
            </a:pPr>
            <a:r>
              <a:rPr lang="en-US" sz="1700" dirty="0">
                <a:solidFill>
                  <a:srgbClr val="333333"/>
                </a:solidFill>
              </a:rPr>
              <a:t>It can melt quickly on a hot day!</a:t>
            </a:r>
            <a:endParaRPr lang="en-US" sz="1700" dirty="0"/>
          </a:p>
          <a:p>
            <a:pPr marL="342900" indent="-342900">
              <a:buSzPct val="100000"/>
              <a:buChar char="•"/>
            </a:pPr>
            <a:r>
              <a:rPr lang="en-US" sz="1700" dirty="0">
                <a:solidFill>
                  <a:srgbClr val="333333"/>
                </a:solidFill>
              </a:rPr>
              <a:t>You often eat it with a cone or spoon.</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 What is this?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Look closely at this picture!</a:t>
            </a:r>
            <a:endParaRPr lang="en-US" sz="1700" dirty="0"/>
          </a:p>
          <a:p>
            <a:pPr marL="342900" indent="-342900">
              <a:buSzPct val="100000"/>
              <a:buChar char="•"/>
            </a:pPr>
            <a:r>
              <a:rPr lang="en-US" sz="1700" dirty="0">
                <a:solidFill>
                  <a:srgbClr val="333333"/>
                </a:solidFill>
              </a:rPr>
              <a:t>What do you want to eat on a hot day?</a:t>
            </a:r>
            <a:endParaRPr lang="en-US" sz="1700" dirty="0"/>
          </a:p>
          <a:p>
            <a:pPr marL="342900" indent="-342900">
              <a:buSzPct val="100000"/>
              <a:buChar char="•"/>
            </a:pPr>
            <a:r>
              <a:rPr lang="en-US" sz="1700" dirty="0">
                <a:solidFill>
                  <a:srgbClr val="333333"/>
                </a:solidFill>
              </a:rPr>
              <a:t>It's cold and sweet!</a:t>
            </a:r>
            <a:endParaRPr lang="en-US" sz="1700" dirty="0"/>
          </a:p>
          <a:p>
            <a:pPr marL="342900" indent="-342900">
              <a:buSzPct val="100000"/>
              <a:buChar char="•"/>
            </a:pPr>
            <a:r>
              <a:rPr lang="en-US" sz="1700" dirty="0">
                <a:solidFill>
                  <a:srgbClr val="333333"/>
                </a:solidFill>
              </a:rPr>
              <a:t>It's... ICE CREAM!</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 Swimming Pool</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It's a big place filled with water.</a:t>
            </a:r>
            <a:endParaRPr lang="en-US" sz="1700" dirty="0"/>
          </a:p>
          <a:p>
            <a:pPr marL="342900" indent="-342900">
              <a:buSzPct val="100000"/>
              <a:buChar char="•"/>
            </a:pPr>
            <a:r>
              <a:rPr lang="en-US" sz="1700" dirty="0">
                <a:solidFill>
                  <a:srgbClr val="333333"/>
                </a:solidFill>
              </a:rPr>
              <a:t>You can splash and play here.</a:t>
            </a:r>
            <a:endParaRPr lang="en-US" sz="1700" dirty="0"/>
          </a:p>
          <a:p>
            <a:pPr marL="342900" indent="-342900">
              <a:buSzPct val="100000"/>
              <a:buChar char="•"/>
            </a:pPr>
            <a:r>
              <a:rPr lang="en-US" sz="1700" dirty="0">
                <a:solidFill>
                  <a:srgbClr val="333333"/>
                </a:solidFill>
              </a:rPr>
              <a:t>It's a fun way to cool off in summer.</a:t>
            </a:r>
            <a:endParaRPr lang="en-US" sz="1700" dirty="0"/>
          </a:p>
          <a:p>
            <a:pPr marL="342900" indent="-342900">
              <a:buSzPct val="100000"/>
              <a:buChar char="•"/>
            </a:pPr>
            <a:r>
              <a:rPr lang="en-US" sz="1700" dirty="0">
                <a:solidFill>
                  <a:srgbClr val="333333"/>
                </a:solidFill>
              </a:rPr>
              <a:t>Always swim with a grown-up!</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65760" y="256032"/>
            <a:ext cx="8412480" cy="621792"/>
          </a:xfrm>
          <a:prstGeom prst="rect">
            <a:avLst/>
          </a:prstGeom>
          <a:noFill/>
          <a:ln/>
        </p:spPr>
        <p:txBody>
          <a:bodyPr wrap="square" rtlCol="0" anchor="ctr"/>
          <a:lstStyle/>
          <a:p>
            <a:pPr indent="0" marL="0">
              <a:buNone/>
            </a:pPr>
            <a:r>
              <a:rPr lang="en-US" sz="3000" b="1" dirty="0">
                <a:solidFill>
                  <a:srgbClr val="1A1A2E"/>
                </a:solidFill>
              </a:rPr>
              <a:t>🖼️ What is this?</a:t>
            </a:r>
            <a:endParaRPr lang="en-US" sz="3000" dirty="0"/>
          </a:p>
        </p:txBody>
      </p:sp>
      <p:pic>
        <p:nvPicPr>
          <p:cNvPr id="3" name="Image 0" descr="preencoded.png">    </p:cNvPr>
          <p:cNvPicPr>
            <a:picLocks noChangeAspect="1"/>
          </p:cNvPicPr>
          <p:nvPr/>
        </p:nvPicPr>
        <p:blipFill>
          <a:blip r:embed="rId1"/>
          <a:stretch>
            <a:fillRect/>
          </a:stretch>
        </p:blipFill>
        <p:spPr>
          <a:xfrm>
            <a:off x="365760" y="932688"/>
            <a:ext cx="4160520" cy="3584448"/>
          </a:xfrm>
          <a:prstGeom prst="rect">
            <a:avLst/>
          </a:prstGeom>
        </p:spPr>
      </p:pic>
      <p:sp>
        <p:nvSpPr>
          <p:cNvPr id="4" name="Text 1"/>
          <p:cNvSpPr/>
          <p:nvPr/>
        </p:nvSpPr>
        <p:spPr>
          <a:xfrm>
            <a:off x="4690872" y="932688"/>
            <a:ext cx="4087368" cy="3584448"/>
          </a:xfrm>
          <a:prstGeom prst="rect">
            <a:avLst/>
          </a:prstGeom>
          <a:noFill/>
          <a:ln/>
        </p:spPr>
        <p:txBody>
          <a:bodyPr wrap="square" rtlCol="0" anchor="t"/>
          <a:lstStyle/>
          <a:p>
            <a:pPr marL="342900" indent="-342900">
              <a:buSzPct val="100000"/>
              <a:buChar char="•"/>
            </a:pPr>
            <a:r>
              <a:rPr lang="en-US" sz="1700" dirty="0">
                <a:solidFill>
                  <a:srgbClr val="333333"/>
                </a:solidFill>
              </a:rPr>
              <a:t>What do you see in this picture?</a:t>
            </a:r>
            <a:endParaRPr lang="en-US" sz="1700" dirty="0"/>
          </a:p>
          <a:p>
            <a:pPr marL="342900" indent="-342900">
              <a:buSzPct val="100000"/>
              <a:buChar char="•"/>
            </a:pPr>
            <a:r>
              <a:rPr lang="en-US" sz="1700" dirty="0">
                <a:solidFill>
                  <a:srgbClr val="333333"/>
                </a:solidFill>
              </a:rPr>
              <a:t>Where do people go to swim and splash?</a:t>
            </a:r>
            <a:endParaRPr lang="en-US" sz="1700" dirty="0"/>
          </a:p>
          <a:p>
            <a:pPr marL="342900" indent="-342900">
              <a:buSzPct val="100000"/>
              <a:buChar char="•"/>
            </a:pPr>
            <a:r>
              <a:rPr lang="en-US" sz="1700" dirty="0">
                <a:solidFill>
                  <a:srgbClr val="333333"/>
                </a:solidFill>
              </a:rPr>
              <a:t>It's a place with cool, blue water!</a:t>
            </a:r>
            <a:endParaRPr lang="en-US" sz="1700" dirty="0"/>
          </a:p>
          <a:p>
            <a:pPr marL="342900" indent="-342900">
              <a:buSzPct val="100000"/>
              <a:buChar char="•"/>
            </a:pPr>
            <a:r>
              <a:rPr lang="en-US" sz="1700" dirty="0">
                <a:solidFill>
                  <a:srgbClr val="333333"/>
                </a:solidFill>
              </a:rPr>
              <a:t>It's a... SWIMMING POOL!</a:t>
            </a:r>
            <a:endParaRPr lang="en-US" sz="1700" dirty="0"/>
          </a:p>
        </p:txBody>
      </p:sp>
      <p:sp>
        <p:nvSpPr>
          <p:cNvPr id="6" name="Text 2"/>
          <p:cNvSpPr/>
          <p:nvPr/>
        </p:nvSpPr>
        <p:spPr>
          <a:xfrm>
            <a:off x="6217920" y="4553712"/>
            <a:ext cx="2560320" cy="256032"/>
          </a:xfrm>
          <a:prstGeom prst="rect">
            <a:avLst/>
          </a:prstGeom>
          <a:noFill/>
          <a:ln/>
        </p:spPr>
        <p:txBody>
          <a:bodyPr wrap="square" rtlCol="0" anchor="ctr"/>
          <a:lstStyle/>
          <a:p>
            <a:pPr algn="r" indent="0" marL="0">
              <a:buNone/>
            </a:pPr>
            <a:r>
              <a:rPr lang="en-US" sz="900" i="1" dirty="0">
                <a:solidFill>
                  <a:srgbClr val="AAAAAA"/>
                </a:solidFill>
              </a:rPr>
              <a:t>brightboardapp.com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Summer Fun Memory Match! ☀️</dc:title>
  <dc:subject>PptxGenJS Presentation</dc:subject>
  <dc:creator>BrightBoard</dc:creator>
  <cp:lastModifiedBy>BrightBoard</cp:lastModifiedBy>
  <cp:revision>1</cp:revision>
  <dcterms:created xsi:type="dcterms:W3CDTF">2026-05-31T13:04:46Z</dcterms:created>
  <dcterms:modified xsi:type="dcterms:W3CDTF">2026-05-31T13:04:46Z</dcterms:modified>
</cp:coreProperties>
</file>